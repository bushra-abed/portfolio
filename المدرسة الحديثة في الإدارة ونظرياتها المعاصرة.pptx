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embeddedFontLst>
    <p:embeddedFont>
      <p:font typeface="Cairo"/>
      <p:bold r:id="rId54"/>
    </p:embeddedFont>
    <p:embeddedFont>
      <p:font typeface="Sylfaen" panose="010A0502050306030303" pitchFamily="18" charset="0"/>
      <p:regular r:id="rId55"/>
    </p:embeddedFont>
    <p:embeddedFont>
      <p:font typeface="Tajawal"/>
      <p:bold r:id="rId56"/>
      <p:italic r:id="rId57"/>
    </p:embeddedFont>
    <p:embeddedFont>
      <p:font typeface="Traditional Arabic" panose="02020603050405020304" pitchFamily="18" charset="-78"/>
      <p:regular r:id="rId58"/>
      <p:bold r:id="rId5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840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shra Alharbi" userId="1ebed99a325c552f" providerId="LiveId" clId="{7E9390C9-CE98-4490-B8F4-5B736AED1368}"/>
    <pc:docChg chg="undo redo custSel modSld modMainMaster">
      <pc:chgData name="Bushra Alharbi" userId="1ebed99a325c552f" providerId="LiveId" clId="{7E9390C9-CE98-4490-B8F4-5B736AED1368}" dt="2026-09-29T12:17:19.674" v="1394"/>
      <pc:docMkLst>
        <pc:docMk/>
      </pc:docMkLst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56"/>
        </pc:sldMkLst>
        <pc:spChg chg="mod">
          <ac:chgData name="Bushra Alharbi" userId="1ebed99a325c552f" providerId="LiveId" clId="{7E9390C9-CE98-4490-B8F4-5B736AED1368}" dt="2026-09-29T09:42:07.596" v="860" actId="1076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6:56:21.299" v="37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40:31.054" v="848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40:31.054" v="848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40:31.054" v="848" actId="2711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6:55:39.879" v="3" actId="478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Bushra Alharbi" userId="1ebed99a325c552f" providerId="LiveId" clId="{7E9390C9-CE98-4490-B8F4-5B736AED1368}" dt="2026-09-29T09:40:31.054" v="848" actId="2711"/>
          <ac:spMkLst>
            <pc:docMk/>
            <pc:sldMk cId="0" sldId="256"/>
            <ac:spMk id="9" creationId="{7E8FC68F-7297-855F-534C-FE09F247A337}"/>
          </ac:spMkLst>
        </pc:spChg>
        <pc:spChg chg="add mod">
          <ac:chgData name="Bushra Alharbi" userId="1ebed99a325c552f" providerId="LiveId" clId="{7E9390C9-CE98-4490-B8F4-5B736AED1368}" dt="2026-09-29T09:40:39.018" v="849" actId="404"/>
          <ac:spMkLst>
            <pc:docMk/>
            <pc:sldMk cId="0" sldId="256"/>
            <ac:spMk id="10" creationId="{D13CDFBD-4790-6CFD-2AD5-EEF1DC234009}"/>
          </ac:spMkLst>
        </pc:spChg>
        <pc:picChg chg="del mod">
          <ac:chgData name="Bushra Alharbi" userId="1ebed99a325c552f" providerId="LiveId" clId="{7E9390C9-CE98-4490-B8F4-5B736AED1368}" dt="2026-09-29T06:56:24.345" v="38" actId="478"/>
          <ac:picMkLst>
            <pc:docMk/>
            <pc:sldMk cId="0" sldId="256"/>
            <ac:picMk id="3" creationId="{00000000-0000-0000-0000-000000000000}"/>
          </ac:picMkLst>
        </pc:picChg>
        <pc:picChg chg="add del mod">
          <ac:chgData name="Bushra Alharbi" userId="1ebed99a325c552f" providerId="LiveId" clId="{7E9390C9-CE98-4490-B8F4-5B736AED1368}" dt="2026-09-29T09:41:22.142" v="854" actId="478"/>
          <ac:picMkLst>
            <pc:docMk/>
            <pc:sldMk cId="0" sldId="256"/>
            <ac:picMk id="12" creationId="{0C8589A7-8284-641C-EA32-2CCE2849BEAE}"/>
          </ac:picMkLst>
        </pc:picChg>
        <pc:picChg chg="add del mod">
          <ac:chgData name="Bushra Alharbi" userId="1ebed99a325c552f" providerId="LiveId" clId="{7E9390C9-CE98-4490-B8F4-5B736AED1368}" dt="2026-09-29T09:43:34.167" v="868" actId="478"/>
          <ac:picMkLst>
            <pc:docMk/>
            <pc:sldMk cId="0" sldId="256"/>
            <ac:picMk id="14" creationId="{1A3DE2A7-4B68-C727-B3F7-99A0C9B611F4}"/>
          </ac:picMkLst>
        </pc:picChg>
        <pc:picChg chg="add del mod">
          <ac:chgData name="Bushra Alharbi" userId="1ebed99a325c552f" providerId="LiveId" clId="{7E9390C9-CE98-4490-B8F4-5B736AED1368}" dt="2026-09-29T09:47:27.798" v="883" actId="478"/>
          <ac:picMkLst>
            <pc:docMk/>
            <pc:sldMk cId="0" sldId="256"/>
            <ac:picMk id="16" creationId="{B5C003C6-4DA0-FDA7-038C-A9A9B5A874F1}"/>
          </ac:picMkLst>
        </pc:picChg>
      </pc:sldChg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57"/>
        </pc:sldMkLst>
        <pc:spChg chg="mod">
          <ac:chgData name="Bushra Alharbi" userId="1ebed99a325c552f" providerId="LiveId" clId="{7E9390C9-CE98-4490-B8F4-5B736AED1368}" dt="2026-09-29T09:42:30.980" v="863" actId="107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7:02:04.769" v="148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42:30.980" v="863" actId="1076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7:06:09.828" v="171" actId="478"/>
          <ac:spMkLst>
            <pc:docMk/>
            <pc:sldMk cId="0" sldId="257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42:30.980" v="863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42:30.980" v="863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42:30.980" v="863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42:30.980" v="863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42:30.980" v="863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42:30.980" v="863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42:30.980" v="863" actId="1076"/>
          <ac:spMkLst>
            <pc:docMk/>
            <pc:sldMk cId="0" sldId="257"/>
            <ac:spMk id="16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7:06:12.144" v="172" actId="478"/>
          <ac:picMkLst>
            <pc:docMk/>
            <pc:sldMk cId="0" sldId="257"/>
            <ac:picMk id="5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7:03:25.316" v="154" actId="1076"/>
          <ac:picMkLst>
            <pc:docMk/>
            <pc:sldMk cId="0" sldId="257"/>
            <ac:picMk id="6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9:42:30.980" v="863" actId="1076"/>
          <ac:picMkLst>
            <pc:docMk/>
            <pc:sldMk cId="0" sldId="257"/>
            <ac:picMk id="7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7:03:20.506" v="153" actId="1076"/>
          <ac:picMkLst>
            <pc:docMk/>
            <pc:sldMk cId="0" sldId="257"/>
            <ac:picMk id="8" creationId="{00000000-0000-0000-0000-000000000000}"/>
          </ac:picMkLst>
        </pc:picChg>
        <pc:picChg chg="add del">
          <ac:chgData name="Bushra Alharbi" userId="1ebed99a325c552f" providerId="LiveId" clId="{7E9390C9-CE98-4490-B8F4-5B736AED1368}" dt="2026-09-29T09:43:30.390" v="867" actId="478"/>
          <ac:picMkLst>
            <pc:docMk/>
            <pc:sldMk cId="0" sldId="257"/>
            <ac:picMk id="18" creationId="{BDC15B16-16FC-FC1A-A0DB-D136CAC67B48}"/>
          </ac:picMkLst>
        </pc:picChg>
      </pc:sldChg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58"/>
        </pc:sldMkLst>
        <pc:spChg chg="del mod">
          <ac:chgData name="Bushra Alharbi" userId="1ebed99a325c552f" providerId="LiveId" clId="{7E9390C9-CE98-4490-B8F4-5B736AED1368}" dt="2026-09-29T07:06:02.133" v="169" actId="478"/>
          <ac:spMkLst>
            <pc:docMk/>
            <pc:sldMk cId="0" sldId="258"/>
            <ac:spMk id="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25:27.826" v="441" actId="2711"/>
          <ac:spMkLst>
            <pc:docMk/>
            <pc:sldMk cId="0" sldId="258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25:27.826" v="441" actId="2711"/>
          <ac:spMkLst>
            <pc:docMk/>
            <pc:sldMk cId="0" sldId="258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26:35.248" v="451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25:27.826" v="441" actId="2711"/>
          <ac:spMkLst>
            <pc:docMk/>
            <pc:sldMk cId="0" sldId="258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25:27.826" v="441" actId="2711"/>
          <ac:spMkLst>
            <pc:docMk/>
            <pc:sldMk cId="0" sldId="258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25:27.826" v="441" actId="2711"/>
          <ac:spMkLst>
            <pc:docMk/>
            <pc:sldMk cId="0" sldId="258"/>
            <ac:spMk id="14" creationId="{00000000-0000-0000-0000-000000000000}"/>
          </ac:spMkLst>
        </pc:spChg>
        <pc:spChg chg="add del">
          <ac:chgData name="Bushra Alharbi" userId="1ebed99a325c552f" providerId="LiveId" clId="{7E9390C9-CE98-4490-B8F4-5B736AED1368}" dt="2026-09-29T07:19:39.322" v="242" actId="478"/>
          <ac:spMkLst>
            <pc:docMk/>
            <pc:sldMk cId="0" sldId="258"/>
            <ac:spMk id="15" creationId="{37F03EC7-636A-12AE-3B09-D894CBBE6123}"/>
          </ac:spMkLst>
        </pc:spChg>
        <pc:spChg chg="add del">
          <ac:chgData name="Bushra Alharbi" userId="1ebed99a325c552f" providerId="LiveId" clId="{7E9390C9-CE98-4490-B8F4-5B736AED1368}" dt="2026-09-29T07:19:39.322" v="242" actId="478"/>
          <ac:spMkLst>
            <pc:docMk/>
            <pc:sldMk cId="0" sldId="258"/>
            <ac:spMk id="16" creationId="{03CDC0D3-6174-4794-1B86-295316458281}"/>
          </ac:spMkLst>
        </pc:spChg>
        <pc:spChg chg="add del">
          <ac:chgData name="Bushra Alharbi" userId="1ebed99a325c552f" providerId="LiveId" clId="{7E9390C9-CE98-4490-B8F4-5B736AED1368}" dt="2026-09-29T07:19:39.322" v="242" actId="478"/>
          <ac:spMkLst>
            <pc:docMk/>
            <pc:sldMk cId="0" sldId="258"/>
            <ac:spMk id="17" creationId="{BC82970C-6BED-C19F-DC4C-A19B5087326C}"/>
          </ac:spMkLst>
        </pc:spChg>
        <pc:spChg chg="add del">
          <ac:chgData name="Bushra Alharbi" userId="1ebed99a325c552f" providerId="LiveId" clId="{7E9390C9-CE98-4490-B8F4-5B736AED1368}" dt="2026-09-29T07:19:39.322" v="242" actId="478"/>
          <ac:spMkLst>
            <pc:docMk/>
            <pc:sldMk cId="0" sldId="258"/>
            <ac:spMk id="18" creationId="{100A5E7A-14F0-F540-DD43-4DE327B6459A}"/>
          </ac:spMkLst>
        </pc:spChg>
        <pc:spChg chg="add del">
          <ac:chgData name="Bushra Alharbi" userId="1ebed99a325c552f" providerId="LiveId" clId="{7E9390C9-CE98-4490-B8F4-5B736AED1368}" dt="2026-09-29T07:19:39.322" v="242" actId="478"/>
          <ac:spMkLst>
            <pc:docMk/>
            <pc:sldMk cId="0" sldId="258"/>
            <ac:spMk id="19" creationId="{654921FF-AC34-A103-6E89-6952623B9EEF}"/>
          </ac:spMkLst>
        </pc:spChg>
        <pc:spChg chg="add del">
          <ac:chgData name="Bushra Alharbi" userId="1ebed99a325c552f" providerId="LiveId" clId="{7E9390C9-CE98-4490-B8F4-5B736AED1368}" dt="2026-09-29T07:19:39.322" v="242" actId="478"/>
          <ac:spMkLst>
            <pc:docMk/>
            <pc:sldMk cId="0" sldId="258"/>
            <ac:spMk id="20" creationId="{D92C441A-D57E-509A-A300-A291C009AAA0}"/>
          </ac:spMkLst>
        </pc:spChg>
        <pc:spChg chg="add del">
          <ac:chgData name="Bushra Alharbi" userId="1ebed99a325c552f" providerId="LiveId" clId="{7E9390C9-CE98-4490-B8F4-5B736AED1368}" dt="2026-09-29T07:19:39.322" v="242" actId="478"/>
          <ac:spMkLst>
            <pc:docMk/>
            <pc:sldMk cId="0" sldId="258"/>
            <ac:spMk id="21" creationId="{94537EC4-764A-6FAA-C570-AEB78DAC75B7}"/>
          </ac:spMkLst>
        </pc:spChg>
        <pc:spChg chg="add del mod">
          <ac:chgData name="Bushra Alharbi" userId="1ebed99a325c552f" providerId="LiveId" clId="{7E9390C9-CE98-4490-B8F4-5B736AED1368}" dt="2026-09-29T07:19:56.863" v="247"/>
          <ac:spMkLst>
            <pc:docMk/>
            <pc:sldMk cId="0" sldId="258"/>
            <ac:spMk id="22" creationId="{F2253DD8-451D-E242-B93F-2AB094243911}"/>
          </ac:spMkLst>
        </pc:spChg>
        <pc:spChg chg="add del">
          <ac:chgData name="Bushra Alharbi" userId="1ebed99a325c552f" providerId="LiveId" clId="{7E9390C9-CE98-4490-B8F4-5B736AED1368}" dt="2026-09-29T07:19:56.863" v="245" actId="478"/>
          <ac:spMkLst>
            <pc:docMk/>
            <pc:sldMk cId="0" sldId="258"/>
            <ac:spMk id="23" creationId="{84435D2C-5F47-B7EF-88B1-5B86EBE97832}"/>
          </ac:spMkLst>
        </pc:spChg>
        <pc:spChg chg="add del">
          <ac:chgData name="Bushra Alharbi" userId="1ebed99a325c552f" providerId="LiveId" clId="{7E9390C9-CE98-4490-B8F4-5B736AED1368}" dt="2026-09-29T07:19:56.863" v="245" actId="478"/>
          <ac:spMkLst>
            <pc:docMk/>
            <pc:sldMk cId="0" sldId="258"/>
            <ac:spMk id="24" creationId="{9043F8DB-063C-ED8B-75FC-78A5B3770DB7}"/>
          </ac:spMkLst>
        </pc:spChg>
        <pc:spChg chg="add del">
          <ac:chgData name="Bushra Alharbi" userId="1ebed99a325c552f" providerId="LiveId" clId="{7E9390C9-CE98-4490-B8F4-5B736AED1368}" dt="2026-09-29T07:19:56.863" v="245" actId="478"/>
          <ac:spMkLst>
            <pc:docMk/>
            <pc:sldMk cId="0" sldId="258"/>
            <ac:spMk id="25" creationId="{2F266918-6157-DE22-863E-AC236547195B}"/>
          </ac:spMkLst>
        </pc:spChg>
        <pc:spChg chg="add del">
          <ac:chgData name="Bushra Alharbi" userId="1ebed99a325c552f" providerId="LiveId" clId="{7E9390C9-CE98-4490-B8F4-5B736AED1368}" dt="2026-09-29T07:19:56.863" v="245" actId="478"/>
          <ac:spMkLst>
            <pc:docMk/>
            <pc:sldMk cId="0" sldId="258"/>
            <ac:spMk id="26" creationId="{5E8B66BE-9CEB-B22F-4E7E-5BD8E41AB610}"/>
          </ac:spMkLst>
        </pc:spChg>
        <pc:spChg chg="add del">
          <ac:chgData name="Bushra Alharbi" userId="1ebed99a325c552f" providerId="LiveId" clId="{7E9390C9-CE98-4490-B8F4-5B736AED1368}" dt="2026-09-29T07:19:56.863" v="245" actId="478"/>
          <ac:spMkLst>
            <pc:docMk/>
            <pc:sldMk cId="0" sldId="258"/>
            <ac:spMk id="27" creationId="{553156BC-B8CE-0C25-0DF7-E3ADF9872F83}"/>
          </ac:spMkLst>
        </pc:spChg>
        <pc:spChg chg="add del">
          <ac:chgData name="Bushra Alharbi" userId="1ebed99a325c552f" providerId="LiveId" clId="{7E9390C9-CE98-4490-B8F4-5B736AED1368}" dt="2026-09-29T07:19:56.863" v="245" actId="478"/>
          <ac:spMkLst>
            <pc:docMk/>
            <pc:sldMk cId="0" sldId="258"/>
            <ac:spMk id="28" creationId="{25AAB5B8-B4C7-B2EC-A19D-2E49F6F12183}"/>
          </ac:spMkLst>
        </pc:spChg>
        <pc:spChg chg="add del">
          <ac:chgData name="Bushra Alharbi" userId="1ebed99a325c552f" providerId="LiveId" clId="{7E9390C9-CE98-4490-B8F4-5B736AED1368}" dt="2026-09-29T07:19:56.863" v="245" actId="478"/>
          <ac:spMkLst>
            <pc:docMk/>
            <pc:sldMk cId="0" sldId="258"/>
            <ac:spMk id="29" creationId="{8F3706CA-EBBA-B97A-EC6A-817D0A52F7C9}"/>
          </ac:spMkLst>
        </pc:spChg>
        <pc:spChg chg="add del mod">
          <ac:chgData name="Bushra Alharbi" userId="1ebed99a325c552f" providerId="LiveId" clId="{7E9390C9-CE98-4490-B8F4-5B736AED1368}" dt="2026-09-29T07:20:17.071" v="255" actId="478"/>
          <ac:spMkLst>
            <pc:docMk/>
            <pc:sldMk cId="0" sldId="258"/>
            <ac:spMk id="30" creationId="{03292440-8E16-5CA7-AEE2-B7C70F9A8CED}"/>
          </ac:spMkLst>
        </pc:spChg>
        <pc:spChg chg="add del">
          <ac:chgData name="Bushra Alharbi" userId="1ebed99a325c552f" providerId="LiveId" clId="{7E9390C9-CE98-4490-B8F4-5B736AED1368}" dt="2026-09-29T07:20:13.806" v="254" actId="478"/>
          <ac:spMkLst>
            <pc:docMk/>
            <pc:sldMk cId="0" sldId="258"/>
            <ac:spMk id="31" creationId="{EF510D59-E12A-91D2-739C-28CE54DD6945}"/>
          </ac:spMkLst>
        </pc:spChg>
        <pc:spChg chg="add del">
          <ac:chgData name="Bushra Alharbi" userId="1ebed99a325c552f" providerId="LiveId" clId="{7E9390C9-CE98-4490-B8F4-5B736AED1368}" dt="2026-09-29T07:20:13.806" v="254" actId="478"/>
          <ac:spMkLst>
            <pc:docMk/>
            <pc:sldMk cId="0" sldId="258"/>
            <ac:spMk id="32" creationId="{66CDC3F3-C57A-AEC2-1A85-AF72A6F3C1E1}"/>
          </ac:spMkLst>
        </pc:spChg>
        <pc:spChg chg="add del">
          <ac:chgData name="Bushra Alharbi" userId="1ebed99a325c552f" providerId="LiveId" clId="{7E9390C9-CE98-4490-B8F4-5B736AED1368}" dt="2026-09-29T07:20:13.806" v="254" actId="478"/>
          <ac:spMkLst>
            <pc:docMk/>
            <pc:sldMk cId="0" sldId="258"/>
            <ac:spMk id="33" creationId="{93F78AFD-9950-EE95-2A6A-75644EDB610A}"/>
          </ac:spMkLst>
        </pc:spChg>
        <pc:spChg chg="add del">
          <ac:chgData name="Bushra Alharbi" userId="1ebed99a325c552f" providerId="LiveId" clId="{7E9390C9-CE98-4490-B8F4-5B736AED1368}" dt="2026-09-29T07:20:13.806" v="254" actId="478"/>
          <ac:spMkLst>
            <pc:docMk/>
            <pc:sldMk cId="0" sldId="258"/>
            <ac:spMk id="34" creationId="{DBD2B11A-6BEA-B410-D1BE-7EB3087C00E8}"/>
          </ac:spMkLst>
        </pc:spChg>
        <pc:spChg chg="add del">
          <ac:chgData name="Bushra Alharbi" userId="1ebed99a325c552f" providerId="LiveId" clId="{7E9390C9-CE98-4490-B8F4-5B736AED1368}" dt="2026-09-29T07:20:13.806" v="254" actId="478"/>
          <ac:spMkLst>
            <pc:docMk/>
            <pc:sldMk cId="0" sldId="258"/>
            <ac:spMk id="35" creationId="{182E0084-F97D-E3C1-8979-F98CB868426E}"/>
          </ac:spMkLst>
        </pc:spChg>
        <pc:spChg chg="add del">
          <ac:chgData name="Bushra Alharbi" userId="1ebed99a325c552f" providerId="LiveId" clId="{7E9390C9-CE98-4490-B8F4-5B736AED1368}" dt="2026-09-29T07:20:13.806" v="254" actId="478"/>
          <ac:spMkLst>
            <pc:docMk/>
            <pc:sldMk cId="0" sldId="258"/>
            <ac:spMk id="36" creationId="{6A0D0C44-F5C4-0602-31D3-4879C38E17B1}"/>
          </ac:spMkLst>
        </pc:spChg>
        <pc:spChg chg="add del">
          <ac:chgData name="Bushra Alharbi" userId="1ebed99a325c552f" providerId="LiveId" clId="{7E9390C9-CE98-4490-B8F4-5B736AED1368}" dt="2026-09-29T07:20:13.806" v="254" actId="478"/>
          <ac:spMkLst>
            <pc:docMk/>
            <pc:sldMk cId="0" sldId="258"/>
            <ac:spMk id="37" creationId="{89DA9031-D244-7651-FC73-E514C4B1DD94}"/>
          </ac:spMkLst>
        </pc:spChg>
        <pc:picChg chg="del">
          <ac:chgData name="Bushra Alharbi" userId="1ebed99a325c552f" providerId="LiveId" clId="{7E9390C9-CE98-4490-B8F4-5B736AED1368}" dt="2026-09-29T07:06:04.548" v="170" actId="478"/>
          <ac:picMkLst>
            <pc:docMk/>
            <pc:sldMk cId="0" sldId="258"/>
            <ac:picMk id="2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7:24:14.452" v="432" actId="1076"/>
          <ac:picMkLst>
            <pc:docMk/>
            <pc:sldMk cId="0" sldId="258"/>
            <ac:picMk id="3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7:24:29.641" v="434" actId="1076"/>
          <ac:picMkLst>
            <pc:docMk/>
            <pc:sldMk cId="0" sldId="258"/>
            <ac:picMk id="4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7:24:44.134" v="436" actId="1076"/>
          <ac:picMkLst>
            <pc:docMk/>
            <pc:sldMk cId="0" sldId="258"/>
            <ac:picMk id="5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7:25:07.970" v="438" actId="1076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7:25:13.108" v="439" actId="1076"/>
          <ac:picMkLst>
            <pc:docMk/>
            <pc:sldMk cId="0" sldId="258"/>
            <ac:picMk id="7" creationId="{00000000-0000-0000-0000-000000000000}"/>
          </ac:picMkLst>
        </pc:picChg>
        <pc:picChg chg="add del">
          <ac:chgData name="Bushra Alharbi" userId="1ebed99a325c552f" providerId="LiveId" clId="{7E9390C9-CE98-4490-B8F4-5B736AED1368}" dt="2026-09-29T09:43:27.664" v="866" actId="478"/>
          <ac:picMkLst>
            <pc:docMk/>
            <pc:sldMk cId="0" sldId="258"/>
            <ac:picMk id="39" creationId="{82745BF0-A263-F5CF-E3C5-D0BB17474D00}"/>
          </ac:picMkLst>
        </pc:picChg>
      </pc:sldChg>
      <pc:sldChg chg="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59"/>
        </pc:sldMkLst>
        <pc:spChg chg="mod">
          <ac:chgData name="Bushra Alharbi" userId="1ebed99a325c552f" providerId="LiveId" clId="{7E9390C9-CE98-4490-B8F4-5B736AED1368}" dt="2026-09-29T07:27:08.737" v="453" actId="27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27:34.810" v="465" actId="403"/>
          <ac:spMkLst>
            <pc:docMk/>
            <pc:sldMk cId="0" sldId="259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27:49.646" v="466" actId="2711"/>
          <ac:spMkLst>
            <pc:docMk/>
            <pc:sldMk cId="0" sldId="259"/>
            <ac:spMk id="4" creationId="{00000000-0000-0000-0000-000000000000}"/>
          </ac:spMkLst>
        </pc:spChg>
      </pc:sldChg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60"/>
        </pc:sldMkLst>
        <pc:spChg chg="mod">
          <ac:chgData name="Bushra Alharbi" userId="1ebed99a325c552f" providerId="LiveId" clId="{7E9390C9-CE98-4490-B8F4-5B736AED1368}" dt="2026-09-29T07:30:34.266" v="484" actId="27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0:34.266" v="484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0:34.266" v="484" actId="2711"/>
          <ac:spMkLst>
            <pc:docMk/>
            <pc:sldMk cId="0" sldId="260"/>
            <ac:spMk id="4" creationId="{00000000-0000-0000-0000-000000000000}"/>
          </ac:spMkLst>
        </pc:spChg>
        <pc:spChg chg="del">
          <ac:chgData name="Bushra Alharbi" userId="1ebed99a325c552f" providerId="LiveId" clId="{7E9390C9-CE98-4490-B8F4-5B736AED1368}" dt="2026-09-29T07:28:10.408" v="467" actId="478"/>
          <ac:spMkLst>
            <pc:docMk/>
            <pc:sldMk cId="0" sldId="260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0:34.266" v="484" actId="2711"/>
          <ac:spMkLst>
            <pc:docMk/>
            <pc:sldMk cId="0" sldId="260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0:34.266" v="484" actId="2711"/>
          <ac:spMkLst>
            <pc:docMk/>
            <pc:sldMk cId="0" sldId="260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0:48.852" v="485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0:34.266" v="484" actId="2711"/>
          <ac:spMkLst>
            <pc:docMk/>
            <pc:sldMk cId="0" sldId="260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0:55.535" v="486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0:34.266" v="484" actId="2711"/>
          <ac:spMkLst>
            <pc:docMk/>
            <pc:sldMk cId="0" sldId="260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1:02.179" v="487" actId="20577"/>
          <ac:spMkLst>
            <pc:docMk/>
            <pc:sldMk cId="0" sldId="260"/>
            <ac:spMk id="16" creationId="{00000000-0000-0000-0000-000000000000}"/>
          </ac:spMkLst>
        </pc:spChg>
        <pc:picChg chg="mod">
          <ac:chgData name="Bushra Alharbi" userId="1ebed99a325c552f" providerId="LiveId" clId="{7E9390C9-CE98-4490-B8F4-5B736AED1368}" dt="2026-09-29T07:29:21.048" v="475" actId="1076"/>
          <ac:picMkLst>
            <pc:docMk/>
            <pc:sldMk cId="0" sldId="260"/>
            <ac:picMk id="5" creationId="{00000000-0000-0000-0000-000000000000}"/>
          </ac:picMkLst>
        </pc:picChg>
        <pc:picChg chg="add mod">
          <ac:chgData name="Bushra Alharbi" userId="1ebed99a325c552f" providerId="LiveId" clId="{7E9390C9-CE98-4490-B8F4-5B736AED1368}" dt="2026-09-29T07:29:16.974" v="474" actId="1076"/>
          <ac:picMkLst>
            <pc:docMk/>
            <pc:sldMk cId="0" sldId="260"/>
            <ac:picMk id="18" creationId="{B9B65A9D-272F-28CD-23D6-34D247461115}"/>
          </ac:picMkLst>
        </pc:picChg>
      </pc:sldChg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61"/>
        </pc:sldMkLst>
        <pc:spChg chg="mod">
          <ac:chgData name="Bushra Alharbi" userId="1ebed99a325c552f" providerId="LiveId" clId="{7E9390C9-CE98-4490-B8F4-5B736AED1368}" dt="2026-09-29T07:31:38.456" v="493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1:38.456" v="493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1:38.456" v="493" actId="2711"/>
          <ac:spMkLst>
            <pc:docMk/>
            <pc:sldMk cId="0" sldId="261"/>
            <ac:spMk id="5" creationId="{00000000-0000-0000-0000-000000000000}"/>
          </ac:spMkLst>
        </pc:spChg>
        <pc:spChg chg="del">
          <ac:chgData name="Bushra Alharbi" userId="1ebed99a325c552f" providerId="LiveId" clId="{7E9390C9-CE98-4490-B8F4-5B736AED1368}" dt="2026-09-29T07:31:14.030" v="488" actId="478"/>
          <ac:spMkLst>
            <pc:docMk/>
            <pc:sldMk cId="0" sldId="261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1:38.456" v="493" actId="2711"/>
          <ac:spMkLst>
            <pc:docMk/>
            <pc:sldMk cId="0" sldId="261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1:38.456" v="493" actId="2711"/>
          <ac:spMkLst>
            <pc:docMk/>
            <pc:sldMk cId="0" sldId="261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2:31.529" v="502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2:35.770" v="503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2:45.860" v="506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1:38.456" v="493" actId="2711"/>
          <ac:spMkLst>
            <pc:docMk/>
            <pc:sldMk cId="0" sldId="261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2:52.258" v="507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2:58.687" v="508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33:02.553" v="509" actId="20577"/>
          <ac:spMkLst>
            <pc:docMk/>
            <pc:sldMk cId="0" sldId="261"/>
            <ac:spMk id="18" creationId="{00000000-0000-0000-0000-000000000000}"/>
          </ac:spMkLst>
        </pc:spChg>
        <pc:picChg chg="mod">
          <ac:chgData name="Bushra Alharbi" userId="1ebed99a325c552f" providerId="LiveId" clId="{7E9390C9-CE98-4490-B8F4-5B736AED1368}" dt="2026-09-29T07:32:14.252" v="499" actId="1076"/>
          <ac:picMkLst>
            <pc:docMk/>
            <pc:sldMk cId="0" sldId="261"/>
            <ac:picMk id="6" creationId="{00000000-0000-0000-0000-000000000000}"/>
          </ac:picMkLst>
        </pc:picChg>
        <pc:picChg chg="add mod">
          <ac:chgData name="Bushra Alharbi" userId="1ebed99a325c552f" providerId="LiveId" clId="{7E9390C9-CE98-4490-B8F4-5B736AED1368}" dt="2026-09-29T07:32:06.286" v="498" actId="1076"/>
          <ac:picMkLst>
            <pc:docMk/>
            <pc:sldMk cId="0" sldId="261"/>
            <ac:picMk id="20" creationId="{2C341E61-F7BF-84E9-E960-FF81526B22EF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62"/>
        </pc:sldMkLst>
        <pc:spChg chg="mod">
          <ac:chgData name="Bushra Alharbi" userId="1ebed99a325c552f" providerId="LiveId" clId="{7E9390C9-CE98-4490-B8F4-5B736AED1368}" dt="2026-09-29T07:44:13.018" v="546" actId="2711"/>
          <ac:spMkLst>
            <pc:docMk/>
            <pc:sldMk cId="0" sldId="262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4:13.018" v="546" actId="2711"/>
          <ac:spMkLst>
            <pc:docMk/>
            <pc:sldMk cId="0" sldId="262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4:31.181" v="548" actId="14100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7:34:01.735" v="518" actId="478"/>
          <ac:spMkLst>
            <pc:docMk/>
            <pc:sldMk cId="0" sldId="262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4:13.018" v="546" actId="2711"/>
          <ac:spMkLst>
            <pc:docMk/>
            <pc:sldMk cId="0" sldId="262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4:13.018" v="546" actId="2711"/>
          <ac:spMkLst>
            <pc:docMk/>
            <pc:sldMk cId="0" sldId="262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4:13.018" v="546" actId="2711"/>
          <ac:spMkLst>
            <pc:docMk/>
            <pc:sldMk cId="0" sldId="262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4:13.018" v="546" actId="2711"/>
          <ac:spMkLst>
            <pc:docMk/>
            <pc:sldMk cId="0" sldId="262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4:13.018" v="546" actId="2711"/>
          <ac:spMkLst>
            <pc:docMk/>
            <pc:sldMk cId="0" sldId="262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4:13.018" v="546" actId="2711"/>
          <ac:spMkLst>
            <pc:docMk/>
            <pc:sldMk cId="0" sldId="262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4:13.018" v="546" actId="2711"/>
          <ac:spMkLst>
            <pc:docMk/>
            <pc:sldMk cId="0" sldId="262"/>
            <ac:spMk id="16" creationId="{00000000-0000-0000-0000-000000000000}"/>
          </ac:spMkLst>
        </pc:spChg>
        <pc:picChg chg="del mod">
          <ac:chgData name="Bushra Alharbi" userId="1ebed99a325c552f" providerId="LiveId" clId="{7E9390C9-CE98-4490-B8F4-5B736AED1368}" dt="2026-09-29T07:34:14.343" v="522" actId="478"/>
          <ac:picMkLst>
            <pc:docMk/>
            <pc:sldMk cId="0" sldId="262"/>
            <ac:picMk id="5" creationId="{00000000-0000-0000-0000-000000000000}"/>
          </ac:picMkLst>
        </pc:picChg>
      </pc:sldChg>
      <pc:sldChg chg="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63"/>
        </pc:sldMkLst>
        <pc:spChg chg="mod">
          <ac:chgData name="Bushra Alharbi" userId="1ebed99a325c552f" providerId="LiveId" clId="{7E9390C9-CE98-4490-B8F4-5B736AED1368}" dt="2026-09-29T07:45:19.705" v="550" actId="2711"/>
          <ac:spMkLst>
            <pc:docMk/>
            <pc:sldMk cId="0" sldId="263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5:19.705" v="550" actId="2711"/>
          <ac:spMkLst>
            <pc:docMk/>
            <pc:sldMk cId="0" sldId="263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5:19.705" v="550" actId="2711"/>
          <ac:spMkLst>
            <pc:docMk/>
            <pc:sldMk cId="0" sldId="263"/>
            <ac:spMk id="4" creationId="{00000000-0000-0000-0000-000000000000}"/>
          </ac:spMkLst>
        </pc:sp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64"/>
        </pc:sldMkLst>
        <pc:spChg chg="mod">
          <ac:chgData name="Bushra Alharbi" userId="1ebed99a325c552f" providerId="LiveId" clId="{7E9390C9-CE98-4490-B8F4-5B736AED1368}" dt="2026-09-29T07:47:25.082" v="575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7:25.082" v="575" actId="2711"/>
          <ac:spMkLst>
            <pc:docMk/>
            <pc:sldMk cId="0" sldId="264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7:25.082" v="575" actId="2711"/>
          <ac:spMkLst>
            <pc:docMk/>
            <pc:sldMk cId="0" sldId="264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7:46:08.643" v="558" actId="478"/>
          <ac:spMkLst>
            <pc:docMk/>
            <pc:sldMk cId="0" sldId="264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7:25.082" v="575" actId="2711"/>
          <ac:spMkLst>
            <pc:docMk/>
            <pc:sldMk cId="0" sldId="264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7:25.082" v="575" actId="2711"/>
          <ac:spMkLst>
            <pc:docMk/>
            <pc:sldMk cId="0" sldId="264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7:25.082" v="575" actId="2711"/>
          <ac:spMkLst>
            <pc:docMk/>
            <pc:sldMk cId="0" sldId="264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7:25.082" v="575" actId="2711"/>
          <ac:spMkLst>
            <pc:docMk/>
            <pc:sldMk cId="0" sldId="264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7:25.082" v="575" actId="2711"/>
          <ac:spMkLst>
            <pc:docMk/>
            <pc:sldMk cId="0" sldId="264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7:25.082" v="575" actId="2711"/>
          <ac:spMkLst>
            <pc:docMk/>
            <pc:sldMk cId="0" sldId="264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7:25.082" v="575" actId="2711"/>
          <ac:spMkLst>
            <pc:docMk/>
            <pc:sldMk cId="0" sldId="264"/>
            <ac:spMk id="16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7:46:15.684" v="560" actId="478"/>
          <ac:picMkLst>
            <pc:docMk/>
            <pc:sldMk cId="0" sldId="264"/>
            <ac:picMk id="5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65"/>
        </pc:sldMkLst>
        <pc:spChg chg="mod">
          <ac:chgData name="Bushra Alharbi" userId="1ebed99a325c552f" providerId="LiveId" clId="{7E9390C9-CE98-4490-B8F4-5B736AED1368}" dt="2026-09-29T07:49:13.334" v="585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9:13.334" v="585" actId="2711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7:48:22.068" v="579" actId="478"/>
          <ac:spMkLst>
            <pc:docMk/>
            <pc:sldMk cId="0" sldId="265"/>
            <ac:spMk id="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9:13.334" v="585" actId="2711"/>
          <ac:spMkLst>
            <pc:docMk/>
            <pc:sldMk cId="0" sldId="265"/>
            <ac:spMk id="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9:13.334" v="585" actId="2711"/>
          <ac:spMkLst>
            <pc:docMk/>
            <pc:sldMk cId="0" sldId="265"/>
            <ac:spMk id="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9:13.334" v="585" actId="2711"/>
          <ac:spMkLst>
            <pc:docMk/>
            <pc:sldMk cId="0" sldId="265"/>
            <ac:spMk id="8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7:48:24.506" v="580" actId="478"/>
          <ac:picMkLst>
            <pc:docMk/>
            <pc:sldMk cId="0" sldId="265"/>
            <ac:picMk id="4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66"/>
        </pc:sldMkLst>
        <pc:spChg chg="mod">
          <ac:chgData name="Bushra Alharbi" userId="1ebed99a325c552f" providerId="LiveId" clId="{7E9390C9-CE98-4490-B8F4-5B736AED1368}" dt="2026-09-29T07:52:23.789" v="631" actId="2711"/>
          <ac:spMkLst>
            <pc:docMk/>
            <pc:sldMk cId="0" sldId="266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52:23.789" v="631" actId="2711"/>
          <ac:spMkLst>
            <pc:docMk/>
            <pc:sldMk cId="0" sldId="266"/>
            <ac:spMk id="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52:23.789" v="631" actId="2711"/>
          <ac:spMkLst>
            <pc:docMk/>
            <pc:sldMk cId="0" sldId="266"/>
            <ac:spMk id="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52:23.789" v="631" actId="2711"/>
          <ac:spMkLst>
            <pc:docMk/>
            <pc:sldMk cId="0" sldId="266"/>
            <ac:spMk id="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52:23.789" v="631" actId="2711"/>
          <ac:spMkLst>
            <pc:docMk/>
            <pc:sldMk cId="0" sldId="266"/>
            <ac:spMk id="9" creationId="{00000000-0000-0000-0000-000000000000}"/>
          </ac:spMkLst>
        </pc:spChg>
        <pc:spChg chg="del">
          <ac:chgData name="Bushra Alharbi" userId="1ebed99a325c552f" providerId="LiveId" clId="{7E9390C9-CE98-4490-B8F4-5B736AED1368}" dt="2026-09-29T07:49:27.594" v="587" actId="478"/>
          <ac:spMkLst>
            <pc:docMk/>
            <pc:sldMk cId="0" sldId="266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49:44.222" v="606" actId="2057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52:23.789" v="631" actId="2711"/>
          <ac:spMkLst>
            <pc:docMk/>
            <pc:sldMk cId="0" sldId="266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52:23.789" v="631" actId="2711"/>
          <ac:spMkLst>
            <pc:docMk/>
            <pc:sldMk cId="0" sldId="266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51:30.986" v="622" actId="20577"/>
          <ac:spMkLst>
            <pc:docMk/>
            <pc:sldMk cId="0" sldId="266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51:25.839" v="621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51:35.266" v="623" actId="20577"/>
          <ac:spMkLst>
            <pc:docMk/>
            <pc:sldMk cId="0" sldId="266"/>
            <ac:spMk id="1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52:23.789" v="631" actId="2711"/>
          <ac:spMkLst>
            <pc:docMk/>
            <pc:sldMk cId="0" sldId="266"/>
            <ac:spMk id="2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52:23.789" v="631" actId="2711"/>
          <ac:spMkLst>
            <pc:docMk/>
            <pc:sldMk cId="0" sldId="266"/>
            <ac:spMk id="2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52:23.789" v="631" actId="2711"/>
          <ac:spMkLst>
            <pc:docMk/>
            <pc:sldMk cId="0" sldId="266"/>
            <ac:spMk id="2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52:12.207" v="629" actId="107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7:52:16.727" v="630" actId="20577"/>
          <ac:spMkLst>
            <pc:docMk/>
            <pc:sldMk cId="0" sldId="266"/>
            <ac:spMk id="24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7:49:30.565" v="588" actId="478"/>
          <ac:picMkLst>
            <pc:docMk/>
            <pc:sldMk cId="0" sldId="266"/>
            <ac:picMk id="10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67"/>
        </pc:sldMkLst>
        <pc:spChg chg="mod">
          <ac:chgData name="Bushra Alharbi" userId="1ebed99a325c552f" providerId="LiveId" clId="{7E9390C9-CE98-4490-B8F4-5B736AED1368}" dt="2026-09-29T08:59:45.144" v="737" actId="2711"/>
          <ac:spMkLst>
            <pc:docMk/>
            <pc:sldMk cId="0" sldId="267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9:45.144" v="737" actId="2711"/>
          <ac:spMkLst>
            <pc:docMk/>
            <pc:sldMk cId="0" sldId="267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9:45.144" v="737" actId="2711"/>
          <ac:spMkLst>
            <pc:docMk/>
            <pc:sldMk cId="0" sldId="267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8:23:31.323" v="637" actId="478"/>
          <ac:spMkLst>
            <pc:docMk/>
            <pc:sldMk cId="0" sldId="267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9:45.144" v="737" actId="2711"/>
          <ac:spMkLst>
            <pc:docMk/>
            <pc:sldMk cId="0" sldId="267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9:45.144" v="737" actId="2711"/>
          <ac:spMkLst>
            <pc:docMk/>
            <pc:sldMk cId="0" sldId="267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9:45.144" v="737" actId="2711"/>
          <ac:spMkLst>
            <pc:docMk/>
            <pc:sldMk cId="0" sldId="267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9:45.144" v="737" actId="2711"/>
          <ac:spMkLst>
            <pc:docMk/>
            <pc:sldMk cId="0" sldId="267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9:45.144" v="737" actId="2711"/>
          <ac:spMkLst>
            <pc:docMk/>
            <pc:sldMk cId="0" sldId="267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9:45.144" v="737" actId="2711"/>
          <ac:spMkLst>
            <pc:docMk/>
            <pc:sldMk cId="0" sldId="267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9:45.144" v="737" actId="2711"/>
          <ac:spMkLst>
            <pc:docMk/>
            <pc:sldMk cId="0" sldId="267"/>
            <ac:spMk id="16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8:23:40.032" v="638" actId="478"/>
          <ac:picMkLst>
            <pc:docMk/>
            <pc:sldMk cId="0" sldId="267"/>
            <ac:picMk id="5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68"/>
        </pc:sldMkLst>
        <pc:spChg chg="mod">
          <ac:chgData name="Bushra Alharbi" userId="1ebed99a325c552f" providerId="LiveId" clId="{7E9390C9-CE98-4490-B8F4-5B736AED1368}" dt="2026-09-29T08:29:06.921" v="651" actId="2711"/>
          <ac:spMkLst>
            <pc:docMk/>
            <pc:sldMk cId="0" sldId="268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06.921" v="651" actId="2711"/>
          <ac:spMkLst>
            <pc:docMk/>
            <pc:sldMk cId="0" sldId="268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06.921" v="651" actId="2711"/>
          <ac:spMkLst>
            <pc:docMk/>
            <pc:sldMk cId="0" sldId="268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8:29:12.328" v="652" actId="478"/>
          <ac:spMkLst>
            <pc:docMk/>
            <pc:sldMk cId="0" sldId="268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06.921" v="651" actId="2711"/>
          <ac:spMkLst>
            <pc:docMk/>
            <pc:sldMk cId="0" sldId="268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06.921" v="651" actId="2711"/>
          <ac:spMkLst>
            <pc:docMk/>
            <pc:sldMk cId="0" sldId="268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21.469" v="654" actId="2057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06.921" v="651" actId="2711"/>
          <ac:spMkLst>
            <pc:docMk/>
            <pc:sldMk cId="0" sldId="268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27.069" v="655" actId="2057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06.921" v="651" actId="2711"/>
          <ac:spMkLst>
            <pc:docMk/>
            <pc:sldMk cId="0" sldId="268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30.832" v="656" actId="20577"/>
          <ac:spMkLst>
            <pc:docMk/>
            <pc:sldMk cId="0" sldId="268"/>
            <ac:spMk id="16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8:29:14.887" v="653" actId="478"/>
          <ac:picMkLst>
            <pc:docMk/>
            <pc:sldMk cId="0" sldId="268"/>
            <ac:picMk id="5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69"/>
        </pc:sldMkLst>
        <pc:spChg chg="mod">
          <ac:chgData name="Bushra Alharbi" userId="1ebed99a325c552f" providerId="LiveId" clId="{7E9390C9-CE98-4490-B8F4-5B736AED1368}" dt="2026-09-29T08:29:45.630" v="658" actId="2711"/>
          <ac:spMkLst>
            <pc:docMk/>
            <pc:sldMk cId="0" sldId="269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45.630" v="658" actId="2711"/>
          <ac:spMkLst>
            <pc:docMk/>
            <pc:sldMk cId="0" sldId="269"/>
            <ac:spMk id="5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8:29:50.592" v="660" actId="478"/>
          <ac:spMkLst>
            <pc:docMk/>
            <pc:sldMk cId="0" sldId="269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45.630" v="658" actId="2711"/>
          <ac:spMkLst>
            <pc:docMk/>
            <pc:sldMk cId="0" sldId="269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45.630" v="658" actId="2711"/>
          <ac:spMkLst>
            <pc:docMk/>
            <pc:sldMk cId="0" sldId="269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45.630" v="658" actId="2711"/>
          <ac:spMkLst>
            <pc:docMk/>
            <pc:sldMk cId="0" sldId="269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45.630" v="658" actId="2711"/>
          <ac:spMkLst>
            <pc:docMk/>
            <pc:sldMk cId="0" sldId="269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45.630" v="658" actId="2711"/>
          <ac:spMkLst>
            <pc:docMk/>
            <pc:sldMk cId="0" sldId="269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45.630" v="658" actId="2711"/>
          <ac:spMkLst>
            <pc:docMk/>
            <pc:sldMk cId="0" sldId="269"/>
            <ac:spMk id="1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29:45.630" v="658" actId="2711"/>
          <ac:spMkLst>
            <pc:docMk/>
            <pc:sldMk cId="0" sldId="269"/>
            <ac:spMk id="18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8:29:48.551" v="659" actId="478"/>
          <ac:picMkLst>
            <pc:docMk/>
            <pc:sldMk cId="0" sldId="269"/>
            <ac:picMk id="6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8:30:34.280" v="661" actId="1076"/>
          <ac:picMkLst>
            <pc:docMk/>
            <pc:sldMk cId="0" sldId="269"/>
            <ac:picMk id="9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70"/>
        </pc:sldMkLst>
        <pc:spChg chg="mod">
          <ac:chgData name="Bushra Alharbi" userId="1ebed99a325c552f" providerId="LiveId" clId="{7E9390C9-CE98-4490-B8F4-5B736AED1368}" dt="2026-09-29T08:30:47.188" v="663" actId="2711"/>
          <ac:spMkLst>
            <pc:docMk/>
            <pc:sldMk cId="0" sldId="270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30:47.188" v="663" actId="2711"/>
          <ac:spMkLst>
            <pc:docMk/>
            <pc:sldMk cId="0" sldId="270"/>
            <ac:spMk id="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30:47.188" v="663" actId="2711"/>
          <ac:spMkLst>
            <pc:docMk/>
            <pc:sldMk cId="0" sldId="270"/>
            <ac:spMk id="5" creationId="{00000000-0000-0000-0000-000000000000}"/>
          </ac:spMkLst>
        </pc:spChg>
        <pc:spChg chg="del">
          <ac:chgData name="Bushra Alharbi" userId="1ebed99a325c552f" providerId="LiveId" clId="{7E9390C9-CE98-4490-B8F4-5B736AED1368}" dt="2026-09-29T08:30:51.167" v="664" actId="478"/>
          <ac:spMkLst>
            <pc:docMk/>
            <pc:sldMk cId="0" sldId="270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30:47.188" v="663" actId="2711"/>
          <ac:spMkLst>
            <pc:docMk/>
            <pc:sldMk cId="0" sldId="270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30:47.188" v="663" actId="2711"/>
          <ac:spMkLst>
            <pc:docMk/>
            <pc:sldMk cId="0" sldId="270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38:31.871" v="666" actId="20577"/>
          <ac:spMkLst>
            <pc:docMk/>
            <pc:sldMk cId="0" sldId="270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38:36.463" v="667" actId="20577"/>
          <ac:spMkLst>
            <pc:docMk/>
            <pc:sldMk cId="0" sldId="270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42:57.592" v="670" actId="20577"/>
          <ac:spMkLst>
            <pc:docMk/>
            <pc:sldMk cId="0" sldId="270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30:47.188" v="663" actId="2711"/>
          <ac:spMkLst>
            <pc:docMk/>
            <pc:sldMk cId="0" sldId="270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43:02.490" v="671" actId="20577"/>
          <ac:spMkLst>
            <pc:docMk/>
            <pc:sldMk cId="0" sldId="270"/>
            <ac:spMk id="1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43:15.263" v="676" actId="20577"/>
          <ac:spMkLst>
            <pc:docMk/>
            <pc:sldMk cId="0" sldId="270"/>
            <ac:spMk id="1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43:54.599" v="677" actId="20577"/>
          <ac:spMkLst>
            <pc:docMk/>
            <pc:sldMk cId="0" sldId="270"/>
            <ac:spMk id="18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8:30:56.161" v="665" actId="478"/>
          <ac:picMkLst>
            <pc:docMk/>
            <pc:sldMk cId="0" sldId="270"/>
            <ac:picMk id="6" creationId="{00000000-0000-0000-0000-000000000000}"/>
          </ac:picMkLst>
        </pc:picChg>
      </pc:sldChg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71"/>
        </pc:sldMkLst>
        <pc:spChg chg="del mod">
          <ac:chgData name="Bushra Alharbi" userId="1ebed99a325c552f" providerId="LiveId" clId="{7E9390C9-CE98-4490-B8F4-5B736AED1368}" dt="2026-09-29T08:49:32.890" v="680" actId="478"/>
          <ac:spMkLst>
            <pc:docMk/>
            <pc:sldMk cId="0" sldId="271"/>
            <ac:spMk id="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5:05.213" v="727" actId="121"/>
          <ac:spMkLst>
            <pc:docMk/>
            <pc:sldMk cId="0" sldId="271"/>
            <ac:spMk id="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5:12.865" v="728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5:17.435" v="729" actId="107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5:22" v="730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5:35.424" v="732" actId="1076"/>
          <ac:spMkLst>
            <pc:docMk/>
            <pc:sldMk cId="0" sldId="271"/>
            <ac:spMk id="12" creationId="{00000000-0000-0000-0000-000000000000}"/>
          </ac:spMkLst>
        </pc:spChg>
        <pc:spChg chg="add del">
          <ac:chgData name="Bushra Alharbi" userId="1ebed99a325c552f" providerId="LiveId" clId="{7E9390C9-CE98-4490-B8F4-5B736AED1368}" dt="2026-09-29T08:52:30.807" v="700" actId="22"/>
          <ac:spMkLst>
            <pc:docMk/>
            <pc:sldMk cId="0" sldId="271"/>
            <ac:spMk id="14" creationId="{3241982C-4E17-9650-4DF4-66F168CD96A7}"/>
          </ac:spMkLst>
        </pc:spChg>
        <pc:picChg chg="del">
          <ac:chgData name="Bushra Alharbi" userId="1ebed99a325c552f" providerId="LiveId" clId="{7E9390C9-CE98-4490-B8F4-5B736AED1368}" dt="2026-09-29T08:49:35.260" v="681" actId="478"/>
          <ac:picMkLst>
            <pc:docMk/>
            <pc:sldMk cId="0" sldId="271"/>
            <ac:picMk id="2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8:54:58.279" v="726" actId="1076"/>
          <ac:picMkLst>
            <pc:docMk/>
            <pc:sldMk cId="0" sldId="271"/>
            <ac:picMk id="3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8:54:58.279" v="726" actId="1076"/>
          <ac:picMkLst>
            <pc:docMk/>
            <pc:sldMk cId="0" sldId="271"/>
            <ac:picMk id="4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8:54:58.279" v="726" actId="1076"/>
          <ac:picMkLst>
            <pc:docMk/>
            <pc:sldMk cId="0" sldId="271"/>
            <ac:picMk id="5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8:54:58.279" v="726" actId="1076"/>
          <ac:picMkLst>
            <pc:docMk/>
            <pc:sldMk cId="0" sldId="271"/>
            <ac:picMk id="6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72"/>
        </pc:sldMkLst>
        <pc:spChg chg="mod">
          <ac:chgData name="Bushra Alharbi" userId="1ebed99a325c552f" providerId="LiveId" clId="{7E9390C9-CE98-4490-B8F4-5B736AED1368}" dt="2026-09-29T08:55:52.824" v="734" actId="2711"/>
          <ac:spMkLst>
            <pc:docMk/>
            <pc:sldMk cId="0" sldId="272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5:52.824" v="734" actId="2711"/>
          <ac:spMkLst>
            <pc:docMk/>
            <pc:sldMk cId="0" sldId="272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8:55:59.696" v="736" actId="478"/>
          <ac:spMkLst>
            <pc:docMk/>
            <pc:sldMk cId="0" sldId="272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5:52.824" v="734" actId="2711"/>
          <ac:spMkLst>
            <pc:docMk/>
            <pc:sldMk cId="0" sldId="272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5:52.824" v="734" actId="2711"/>
          <ac:spMkLst>
            <pc:docMk/>
            <pc:sldMk cId="0" sldId="272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5:52.824" v="734" actId="2711"/>
          <ac:spMkLst>
            <pc:docMk/>
            <pc:sldMk cId="0" sldId="272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5:52.824" v="734" actId="2711"/>
          <ac:spMkLst>
            <pc:docMk/>
            <pc:sldMk cId="0" sldId="272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5:52.824" v="734" actId="2711"/>
          <ac:spMkLst>
            <pc:docMk/>
            <pc:sldMk cId="0" sldId="272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5:52.824" v="734" actId="2711"/>
          <ac:spMkLst>
            <pc:docMk/>
            <pc:sldMk cId="0" sldId="272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8:55:52.824" v="734" actId="2711"/>
          <ac:spMkLst>
            <pc:docMk/>
            <pc:sldMk cId="0" sldId="272"/>
            <ac:spMk id="16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8:55:55.874" v="735" actId="478"/>
          <ac:picMkLst>
            <pc:docMk/>
            <pc:sldMk cId="0" sldId="272"/>
            <ac:picMk id="5" creationId="{00000000-0000-0000-0000-000000000000}"/>
          </ac:picMkLst>
        </pc:picChg>
      </pc:sldChg>
      <pc:sldChg chg="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73"/>
        </pc:sldMkLst>
        <pc:spChg chg="mod">
          <ac:chgData name="Bushra Alharbi" userId="1ebed99a325c552f" providerId="LiveId" clId="{7E9390C9-CE98-4490-B8F4-5B736AED1368}" dt="2026-09-29T09:52:21.487" v="886" actId="20577"/>
          <ac:spMkLst>
            <pc:docMk/>
            <pc:sldMk cId="0" sldId="273"/>
            <ac:spMk id="3" creationId="{00000000-0000-0000-0000-000000000000}"/>
          </ac:spMkLst>
        </pc:spChg>
      </pc:sldChg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74"/>
        </pc:sldMkLst>
        <pc:spChg chg="mod">
          <ac:chgData name="Bushra Alharbi" userId="1ebed99a325c552f" providerId="LiveId" clId="{7E9390C9-CE98-4490-B8F4-5B736AED1368}" dt="2026-09-29T09:58:55.916" v="990" actId="2711"/>
          <ac:spMkLst>
            <pc:docMk/>
            <pc:sldMk cId="0" sldId="274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8:55.916" v="990" actId="2711"/>
          <ac:spMkLst>
            <pc:docMk/>
            <pc:sldMk cId="0" sldId="274"/>
            <ac:spMk id="3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9:52:49.894" v="888" actId="478"/>
          <ac:spMkLst>
            <pc:docMk/>
            <pc:sldMk cId="0" sldId="274"/>
            <ac:spMk id="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8:55.916" v="990" actId="2711"/>
          <ac:spMkLst>
            <pc:docMk/>
            <pc:sldMk cId="0" sldId="274"/>
            <ac:spMk id="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8:55.916" v="990" actId="2711"/>
          <ac:spMkLst>
            <pc:docMk/>
            <pc:sldMk cId="0" sldId="274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8:55.916" v="990" actId="2711"/>
          <ac:spMkLst>
            <pc:docMk/>
            <pc:sldMk cId="0" sldId="274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8:55.916" v="990" actId="2711"/>
          <ac:spMkLst>
            <pc:docMk/>
            <pc:sldMk cId="0" sldId="274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8:55.916" v="990" actId="2711"/>
          <ac:spMkLst>
            <pc:docMk/>
            <pc:sldMk cId="0" sldId="274"/>
            <ac:spMk id="12" creationId="{00000000-0000-0000-0000-000000000000}"/>
          </ac:spMkLst>
        </pc:spChg>
        <pc:picChg chg="mod">
          <ac:chgData name="Bushra Alharbi" userId="1ebed99a325c552f" providerId="LiveId" clId="{7E9390C9-CE98-4490-B8F4-5B736AED1368}" dt="2026-09-29T09:53:31.801" v="893" actId="1076"/>
          <ac:picMkLst>
            <pc:docMk/>
            <pc:sldMk cId="0" sldId="274"/>
            <ac:picMk id="4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9:58:42.242" v="988" actId="1076"/>
          <ac:picMkLst>
            <pc:docMk/>
            <pc:sldMk cId="0" sldId="274"/>
            <ac:picMk id="5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9:58:46.617" v="989" actId="1076"/>
          <ac:picMkLst>
            <pc:docMk/>
            <pc:sldMk cId="0" sldId="274"/>
            <ac:picMk id="6" creationId="{00000000-0000-0000-0000-000000000000}"/>
          </ac:picMkLst>
        </pc:picChg>
        <pc:picChg chg="add mod">
          <ac:chgData name="Bushra Alharbi" userId="1ebed99a325c552f" providerId="LiveId" clId="{7E9390C9-CE98-4490-B8F4-5B736AED1368}" dt="2026-09-29T09:54:24.994" v="905" actId="1076"/>
          <ac:picMkLst>
            <pc:docMk/>
            <pc:sldMk cId="0" sldId="274"/>
            <ac:picMk id="14" creationId="{F41C5ABF-1081-C05C-4463-58B7D54A8E51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75"/>
        </pc:sldMkLst>
        <pc:spChg chg="mod">
          <ac:chgData name="Bushra Alharbi" userId="1ebed99a325c552f" providerId="LiveId" clId="{7E9390C9-CE98-4490-B8F4-5B736AED1368}" dt="2026-09-29T09:59:13.298" v="992" actId="2711"/>
          <ac:spMkLst>
            <pc:docMk/>
            <pc:sldMk cId="0" sldId="275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13.298" v="992" actId="2711"/>
          <ac:spMkLst>
            <pc:docMk/>
            <pc:sldMk cId="0" sldId="275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13.298" v="992" actId="2711"/>
          <ac:spMkLst>
            <pc:docMk/>
            <pc:sldMk cId="0" sldId="275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9:59:17.379" v="993" actId="478"/>
          <ac:spMkLst>
            <pc:docMk/>
            <pc:sldMk cId="0" sldId="275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13.298" v="992" actId="2711"/>
          <ac:spMkLst>
            <pc:docMk/>
            <pc:sldMk cId="0" sldId="275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13.298" v="992" actId="2711"/>
          <ac:spMkLst>
            <pc:docMk/>
            <pc:sldMk cId="0" sldId="275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13.298" v="992" actId="2711"/>
          <ac:spMkLst>
            <pc:docMk/>
            <pc:sldMk cId="0" sldId="275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13.298" v="992" actId="2711"/>
          <ac:spMkLst>
            <pc:docMk/>
            <pc:sldMk cId="0" sldId="275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13.298" v="992" actId="2711"/>
          <ac:spMkLst>
            <pc:docMk/>
            <pc:sldMk cId="0" sldId="275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13.298" v="992" actId="2711"/>
          <ac:spMkLst>
            <pc:docMk/>
            <pc:sldMk cId="0" sldId="275"/>
            <ac:spMk id="16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9:59:19.736" v="994" actId="478"/>
          <ac:picMkLst>
            <pc:docMk/>
            <pc:sldMk cId="0" sldId="275"/>
            <ac:picMk id="5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76"/>
        </pc:sldMkLst>
        <pc:spChg chg="mod">
          <ac:chgData name="Bushra Alharbi" userId="1ebed99a325c552f" providerId="LiveId" clId="{7E9390C9-CE98-4490-B8F4-5B736AED1368}" dt="2026-09-29T09:59:57.751" v="995" actId="122"/>
          <ac:spMkLst>
            <pc:docMk/>
            <pc:sldMk cId="0" sldId="276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57.751" v="995" actId="122"/>
          <ac:spMkLst>
            <pc:docMk/>
            <pc:sldMk cId="0" sldId="276"/>
            <ac:spMk id="7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10:00:02.698" v="996" actId="478"/>
          <ac:spMkLst>
            <pc:docMk/>
            <pc:sldMk cId="0" sldId="276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57.751" v="995" actId="122"/>
          <ac:spMkLst>
            <pc:docMk/>
            <pc:sldMk cId="0" sldId="276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57.751" v="995" actId="122"/>
          <ac:spMkLst>
            <pc:docMk/>
            <pc:sldMk cId="0" sldId="276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57.751" v="995" actId="122"/>
          <ac:spMkLst>
            <pc:docMk/>
            <pc:sldMk cId="0" sldId="276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57.751" v="995" actId="122"/>
          <ac:spMkLst>
            <pc:docMk/>
            <pc:sldMk cId="0" sldId="276"/>
            <ac:spMk id="1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57.751" v="995" actId="122"/>
          <ac:spMkLst>
            <pc:docMk/>
            <pc:sldMk cId="0" sldId="276"/>
            <ac:spMk id="1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57.751" v="995" actId="122"/>
          <ac:spMkLst>
            <pc:docMk/>
            <pc:sldMk cId="0" sldId="276"/>
            <ac:spMk id="1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59:57.751" v="995" actId="122"/>
          <ac:spMkLst>
            <pc:docMk/>
            <pc:sldMk cId="0" sldId="276"/>
            <ac:spMk id="24" creationId="{00000000-0000-0000-0000-000000000000}"/>
          </ac:spMkLst>
        </pc:spChg>
        <pc:picChg chg="del mod">
          <ac:chgData name="Bushra Alharbi" userId="1ebed99a325c552f" providerId="LiveId" clId="{7E9390C9-CE98-4490-B8F4-5B736AED1368}" dt="2026-09-29T10:00:22.820" v="998" actId="478"/>
          <ac:picMkLst>
            <pc:docMk/>
            <pc:sldMk cId="0" sldId="276"/>
            <ac:picMk id="10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77"/>
        </pc:sldMkLst>
        <pc:spChg chg="mod">
          <ac:chgData name="Bushra Alharbi" userId="1ebed99a325c552f" providerId="LiveId" clId="{7E9390C9-CE98-4490-B8F4-5B736AED1368}" dt="2026-09-29T09:02:00.669" v="755" actId="1076"/>
          <ac:spMkLst>
            <pc:docMk/>
            <pc:sldMk cId="0" sldId="277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0:43.290" v="742" actId="122"/>
          <ac:spMkLst>
            <pc:docMk/>
            <pc:sldMk cId="0" sldId="277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0:43.290" v="742" actId="122"/>
          <ac:spMkLst>
            <pc:docMk/>
            <pc:sldMk cId="0" sldId="277"/>
            <ac:spMk id="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0:43.290" v="742" actId="122"/>
          <ac:spMkLst>
            <pc:docMk/>
            <pc:sldMk cId="0" sldId="277"/>
            <ac:spMk id="9" creationId="{00000000-0000-0000-0000-000000000000}"/>
          </ac:spMkLst>
        </pc:spChg>
        <pc:spChg chg="del">
          <ac:chgData name="Bushra Alharbi" userId="1ebed99a325c552f" providerId="LiveId" clId="{7E9390C9-CE98-4490-B8F4-5B736AED1368}" dt="2026-09-29T09:00:57.880" v="743" actId="478"/>
          <ac:spMkLst>
            <pc:docMk/>
            <pc:sldMk cId="0" sldId="277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1:31.963" v="749" actId="20577"/>
          <ac:spMkLst>
            <pc:docMk/>
            <pc:sldMk cId="0" sldId="277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2:10.754" v="756" actId="1076"/>
          <ac:spMkLst>
            <pc:docMk/>
            <pc:sldMk cId="0" sldId="277"/>
            <ac:spMk id="1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2:25.443" v="758" actId="14100"/>
          <ac:spMkLst>
            <pc:docMk/>
            <pc:sldMk cId="0" sldId="277"/>
            <ac:spMk id="1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0:43.290" v="742" actId="122"/>
          <ac:spMkLst>
            <pc:docMk/>
            <pc:sldMk cId="0" sldId="277"/>
            <ac:spMk id="1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2:42.068" v="760" actId="1076"/>
          <ac:spMkLst>
            <pc:docMk/>
            <pc:sldMk cId="0" sldId="277"/>
            <ac:spMk id="1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2:36.888" v="759" actId="20577"/>
          <ac:spMkLst>
            <pc:docMk/>
            <pc:sldMk cId="0" sldId="277"/>
            <ac:spMk id="2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0:43.290" v="742" actId="122"/>
          <ac:spMkLst>
            <pc:docMk/>
            <pc:sldMk cId="0" sldId="277"/>
            <ac:spMk id="2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2:47.592" v="761" actId="20577"/>
          <ac:spMkLst>
            <pc:docMk/>
            <pc:sldMk cId="0" sldId="277"/>
            <ac:spMk id="2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0:43.290" v="742" actId="122"/>
          <ac:spMkLst>
            <pc:docMk/>
            <pc:sldMk cId="0" sldId="277"/>
            <ac:spMk id="2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0:43.290" v="742" actId="122"/>
          <ac:spMkLst>
            <pc:docMk/>
            <pc:sldMk cId="0" sldId="277"/>
            <ac:spMk id="2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2:52.150" v="762" actId="20577"/>
          <ac:spMkLst>
            <pc:docMk/>
            <pc:sldMk cId="0" sldId="277"/>
            <ac:spMk id="2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00:43.290" v="742" actId="122"/>
          <ac:spMkLst>
            <pc:docMk/>
            <pc:sldMk cId="0" sldId="277"/>
            <ac:spMk id="2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19:10.544" v="765" actId="20577"/>
          <ac:spMkLst>
            <pc:docMk/>
            <pc:sldMk cId="0" sldId="277"/>
            <ac:spMk id="29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9:01:05.774" v="744" actId="478"/>
          <ac:picMkLst>
            <pc:docMk/>
            <pc:sldMk cId="0" sldId="277"/>
            <ac:picMk id="12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78"/>
        </pc:sldMkLst>
        <pc:spChg chg="mod">
          <ac:chgData name="Bushra Alharbi" userId="1ebed99a325c552f" providerId="LiveId" clId="{7E9390C9-CE98-4490-B8F4-5B736AED1368}" dt="2026-09-29T09:20:06.287" v="772" actId="2711"/>
          <ac:spMkLst>
            <pc:docMk/>
            <pc:sldMk cId="0" sldId="278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0:06.287" v="772" actId="2711"/>
          <ac:spMkLst>
            <pc:docMk/>
            <pc:sldMk cId="0" sldId="278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0:06.287" v="772" actId="2711"/>
          <ac:spMkLst>
            <pc:docMk/>
            <pc:sldMk cId="0" sldId="278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9:19:23.874" v="767" actId="478"/>
          <ac:spMkLst>
            <pc:docMk/>
            <pc:sldMk cId="0" sldId="278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0:06.287" v="772" actId="2711"/>
          <ac:spMkLst>
            <pc:docMk/>
            <pc:sldMk cId="0" sldId="278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0:06.287" v="772" actId="2711"/>
          <ac:spMkLst>
            <pc:docMk/>
            <pc:sldMk cId="0" sldId="278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0:06.287" v="772" actId="2711"/>
          <ac:spMkLst>
            <pc:docMk/>
            <pc:sldMk cId="0" sldId="278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0:06.287" v="772" actId="2711"/>
          <ac:spMkLst>
            <pc:docMk/>
            <pc:sldMk cId="0" sldId="278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0:06.287" v="772" actId="2711"/>
          <ac:spMkLst>
            <pc:docMk/>
            <pc:sldMk cId="0" sldId="278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0:06.287" v="772" actId="2711"/>
          <ac:spMkLst>
            <pc:docMk/>
            <pc:sldMk cId="0" sldId="278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0:06.287" v="772" actId="2711"/>
          <ac:spMkLst>
            <pc:docMk/>
            <pc:sldMk cId="0" sldId="278"/>
            <ac:spMk id="16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9:19:26.876" v="768" actId="478"/>
          <ac:picMkLst>
            <pc:docMk/>
            <pc:sldMk cId="0" sldId="278"/>
            <ac:picMk id="5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79"/>
        </pc:sldMkLst>
        <pc:spChg chg="del mod">
          <ac:chgData name="Bushra Alharbi" userId="1ebed99a325c552f" providerId="LiveId" clId="{7E9390C9-CE98-4490-B8F4-5B736AED1368}" dt="2026-09-29T09:20:18.554" v="774" actId="478"/>
          <ac:spMkLst>
            <pc:docMk/>
            <pc:sldMk cId="0" sldId="279"/>
            <ac:spMk id="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3:26.965" v="796" actId="2711"/>
          <ac:spMkLst>
            <pc:docMk/>
            <pc:sldMk cId="0" sldId="279"/>
            <ac:spMk id="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03:02.149" v="999" actId="1076"/>
          <ac:spMkLst>
            <pc:docMk/>
            <pc:sldMk cId="0" sldId="279"/>
            <ac:spMk id="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03:02.149" v="999" actId="1076"/>
          <ac:spMkLst>
            <pc:docMk/>
            <pc:sldMk cId="0" sldId="279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03:02.149" v="999" actId="1076"/>
          <ac:spMkLst>
            <pc:docMk/>
            <pc:sldMk cId="0" sldId="279"/>
            <ac:spMk id="10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9:20:20.178" v="775" actId="478"/>
          <ac:picMkLst>
            <pc:docMk/>
            <pc:sldMk cId="0" sldId="279"/>
            <ac:picMk id="2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0:03:02.149" v="999" actId="1076"/>
          <ac:picMkLst>
            <pc:docMk/>
            <pc:sldMk cId="0" sldId="279"/>
            <ac:picMk id="3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0:03:02.149" v="999" actId="1076"/>
          <ac:picMkLst>
            <pc:docMk/>
            <pc:sldMk cId="0" sldId="279"/>
            <ac:picMk id="4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0:03:02.149" v="999" actId="1076"/>
          <ac:picMkLst>
            <pc:docMk/>
            <pc:sldMk cId="0" sldId="279"/>
            <ac:picMk id="5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80"/>
        </pc:sldMkLst>
        <pc:spChg chg="mod">
          <ac:chgData name="Bushra Alharbi" userId="1ebed99a325c552f" providerId="LiveId" clId="{7E9390C9-CE98-4490-B8F4-5B736AED1368}" dt="2026-09-29T09:23:32.773" v="797" actId="122"/>
          <ac:spMkLst>
            <pc:docMk/>
            <pc:sldMk cId="0" sldId="280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3:32.773" v="797" actId="122"/>
          <ac:spMkLst>
            <pc:docMk/>
            <pc:sldMk cId="0" sldId="280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03:27.662" v="1001" actId="14100"/>
          <ac:spMkLst>
            <pc:docMk/>
            <pc:sldMk cId="0" sldId="280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9:23:35.644" v="798" actId="478"/>
          <ac:spMkLst>
            <pc:docMk/>
            <pc:sldMk cId="0" sldId="280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3:32.773" v="797" actId="122"/>
          <ac:spMkLst>
            <pc:docMk/>
            <pc:sldMk cId="0" sldId="280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3:44.421" v="800" actId="20577"/>
          <ac:spMkLst>
            <pc:docMk/>
            <pc:sldMk cId="0" sldId="280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3:32.773" v="797" actId="122"/>
          <ac:spMkLst>
            <pc:docMk/>
            <pc:sldMk cId="0" sldId="280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23:50.588" v="801" actId="20577"/>
          <ac:spMkLst>
            <pc:docMk/>
            <pc:sldMk cId="0" sldId="280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03:44.577" v="1002" actId="1076"/>
          <ac:spMkLst>
            <pc:docMk/>
            <pc:sldMk cId="0" sldId="280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03:44.577" v="1002" actId="1076"/>
          <ac:spMkLst>
            <pc:docMk/>
            <pc:sldMk cId="0" sldId="280"/>
            <ac:spMk id="16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9:23:38.168" v="799" actId="478"/>
          <ac:picMkLst>
            <pc:docMk/>
            <pc:sldMk cId="0" sldId="280"/>
            <ac:picMk id="5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0:03:44.577" v="1002" actId="1076"/>
          <ac:picMkLst>
            <pc:docMk/>
            <pc:sldMk cId="0" sldId="280"/>
            <ac:picMk id="8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81"/>
        </pc:sldMkLst>
        <pc:spChg chg="mod">
          <ac:chgData name="Bushra Alharbi" userId="1ebed99a325c552f" providerId="LiveId" clId="{7E9390C9-CE98-4490-B8F4-5B736AED1368}" dt="2026-09-29T09:35:22.487" v="802" actId="122"/>
          <ac:spMkLst>
            <pc:docMk/>
            <pc:sldMk cId="0" sldId="281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35:22.487" v="802" actId="122"/>
          <ac:spMkLst>
            <pc:docMk/>
            <pc:sldMk cId="0" sldId="281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38:22.838" v="812" actId="14100"/>
          <ac:spMkLst>
            <pc:docMk/>
            <pc:sldMk cId="0" sldId="281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09:35:26.655" v="803" actId="478"/>
          <ac:spMkLst>
            <pc:docMk/>
            <pc:sldMk cId="0" sldId="281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35:22.487" v="802" actId="122"/>
          <ac:spMkLst>
            <pc:docMk/>
            <pc:sldMk cId="0" sldId="281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35:22.487" v="802" actId="122"/>
          <ac:spMkLst>
            <pc:docMk/>
            <pc:sldMk cId="0" sldId="281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35:34.257" v="805" actId="20577"/>
          <ac:spMkLst>
            <pc:docMk/>
            <pc:sldMk cId="0" sldId="281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35:22.487" v="802" actId="122"/>
          <ac:spMkLst>
            <pc:docMk/>
            <pc:sldMk cId="0" sldId="281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35:37.874" v="806" actId="20577"/>
          <ac:spMkLst>
            <pc:docMk/>
            <pc:sldMk cId="0" sldId="281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38:48.865" v="814" actId="1076"/>
          <ac:spMkLst>
            <pc:docMk/>
            <pc:sldMk cId="0" sldId="281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09:38:48.865" v="814" actId="1076"/>
          <ac:spMkLst>
            <pc:docMk/>
            <pc:sldMk cId="0" sldId="281"/>
            <ac:spMk id="16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09:35:28.841" v="804" actId="478"/>
          <ac:picMkLst>
            <pc:docMk/>
            <pc:sldMk cId="0" sldId="281"/>
            <ac:picMk id="5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09:38:48.865" v="814" actId="1076"/>
          <ac:picMkLst>
            <pc:docMk/>
            <pc:sldMk cId="0" sldId="281"/>
            <ac:picMk id="8" creationId="{00000000-0000-0000-0000-000000000000}"/>
          </ac:picMkLst>
        </pc:picChg>
      </pc:sldChg>
      <pc:sldChg chg="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82"/>
        </pc:sldMkLst>
        <pc:spChg chg="mod">
          <ac:chgData name="Bushra Alharbi" userId="1ebed99a325c552f" providerId="LiveId" clId="{7E9390C9-CE98-4490-B8F4-5B736AED1368}" dt="2026-09-29T10:33:47.411" v="1013" actId="2711"/>
          <ac:spMkLst>
            <pc:docMk/>
            <pc:sldMk cId="0" sldId="282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33:47.411" v="1013" actId="2711"/>
          <ac:spMkLst>
            <pc:docMk/>
            <pc:sldMk cId="0" sldId="282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33:47.411" v="1013" actId="2711"/>
          <ac:spMkLst>
            <pc:docMk/>
            <pc:sldMk cId="0" sldId="282"/>
            <ac:spMk id="4" creationId="{00000000-0000-0000-0000-000000000000}"/>
          </ac:spMkLst>
        </pc:sp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83"/>
        </pc:sldMkLst>
        <pc:spChg chg="mod">
          <ac:chgData name="Bushra Alharbi" userId="1ebed99a325c552f" providerId="LiveId" clId="{7E9390C9-CE98-4490-B8F4-5B736AED1368}" dt="2026-09-29T10:38:31.703" v="1057" actId="2711"/>
          <ac:spMkLst>
            <pc:docMk/>
            <pc:sldMk cId="0" sldId="283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38:31.703" v="1057" actId="2711"/>
          <ac:spMkLst>
            <pc:docMk/>
            <pc:sldMk cId="0" sldId="283"/>
            <ac:spMk id="3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10:34:26.143" v="1016" actId="478"/>
          <ac:spMkLst>
            <pc:docMk/>
            <pc:sldMk cId="0" sldId="283"/>
            <ac:spMk id="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38:31.703" v="1057" actId="2711"/>
          <ac:spMkLst>
            <pc:docMk/>
            <pc:sldMk cId="0" sldId="283"/>
            <ac:spMk id="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38:31.703" v="1057" actId="2711"/>
          <ac:spMkLst>
            <pc:docMk/>
            <pc:sldMk cId="0" sldId="283"/>
            <ac:spMk id="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38:52.647" v="1063" actId="2711"/>
          <ac:spMkLst>
            <pc:docMk/>
            <pc:sldMk cId="0" sldId="283"/>
            <ac:spMk id="8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10:34:29.566" v="1017" actId="478"/>
          <ac:picMkLst>
            <pc:docMk/>
            <pc:sldMk cId="0" sldId="283"/>
            <ac:picMk id="4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84"/>
        </pc:sldMkLst>
        <pc:spChg chg="mod">
          <ac:chgData name="Bushra Alharbi" userId="1ebed99a325c552f" providerId="LiveId" clId="{7E9390C9-CE98-4490-B8F4-5B736AED1368}" dt="2026-09-29T10:40:52.379" v="1072" actId="2711"/>
          <ac:spMkLst>
            <pc:docMk/>
            <pc:sldMk cId="0" sldId="284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0:52.379" v="1072" actId="2711"/>
          <ac:spMkLst>
            <pc:docMk/>
            <pc:sldMk cId="0" sldId="284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0:52.379" v="1072" actId="2711"/>
          <ac:spMkLst>
            <pc:docMk/>
            <pc:sldMk cId="0" sldId="284"/>
            <ac:spMk id="4" creationId="{00000000-0000-0000-0000-000000000000}"/>
          </ac:spMkLst>
        </pc:spChg>
        <pc:spChg chg="del">
          <ac:chgData name="Bushra Alharbi" userId="1ebed99a325c552f" providerId="LiveId" clId="{7E9390C9-CE98-4490-B8F4-5B736AED1368}" dt="2026-09-29T10:39:15.664" v="1065" actId="478"/>
          <ac:spMkLst>
            <pc:docMk/>
            <pc:sldMk cId="0" sldId="284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0:52.379" v="1072" actId="2711"/>
          <ac:spMkLst>
            <pc:docMk/>
            <pc:sldMk cId="0" sldId="284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0:52.379" v="1072" actId="2711"/>
          <ac:spMkLst>
            <pc:docMk/>
            <pc:sldMk cId="0" sldId="284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0:52.379" v="1072" actId="2711"/>
          <ac:spMkLst>
            <pc:docMk/>
            <pc:sldMk cId="0" sldId="284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1:07.214" v="1074" actId="1076"/>
          <ac:spMkLst>
            <pc:docMk/>
            <pc:sldMk cId="0" sldId="284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0:52.379" v="1072" actId="2711"/>
          <ac:spMkLst>
            <pc:docMk/>
            <pc:sldMk cId="0" sldId="284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1:01.506" v="1073" actId="1076"/>
          <ac:spMkLst>
            <pc:docMk/>
            <pc:sldMk cId="0" sldId="284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0:52.379" v="1072" actId="2711"/>
          <ac:spMkLst>
            <pc:docMk/>
            <pc:sldMk cId="0" sldId="284"/>
            <ac:spMk id="16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10:39:17.987" v="1066" actId="478"/>
          <ac:picMkLst>
            <pc:docMk/>
            <pc:sldMk cId="0" sldId="284"/>
            <ac:picMk id="5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85"/>
        </pc:sldMkLst>
        <pc:spChg chg="mod">
          <ac:chgData name="Bushra Alharbi" userId="1ebed99a325c552f" providerId="LiveId" clId="{7E9390C9-CE98-4490-B8F4-5B736AED1368}" dt="2026-09-29T10:41:16.706" v="1075" actId="122"/>
          <ac:spMkLst>
            <pc:docMk/>
            <pc:sldMk cId="0" sldId="285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1:16.706" v="1075" actId="122"/>
          <ac:spMkLst>
            <pc:docMk/>
            <pc:sldMk cId="0" sldId="285"/>
            <ac:spMk id="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1:16.706" v="1075" actId="122"/>
          <ac:spMkLst>
            <pc:docMk/>
            <pc:sldMk cId="0" sldId="285"/>
            <ac:spMk id="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1:16.706" v="1075" actId="122"/>
          <ac:spMkLst>
            <pc:docMk/>
            <pc:sldMk cId="0" sldId="285"/>
            <ac:spMk id="6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10:41:26.871" v="1077" actId="478"/>
          <ac:spMkLst>
            <pc:docMk/>
            <pc:sldMk cId="0" sldId="285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1:16.706" v="1075" actId="122"/>
          <ac:spMkLst>
            <pc:docMk/>
            <pc:sldMk cId="0" sldId="285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1:16.706" v="1075" actId="122"/>
          <ac:spMkLst>
            <pc:docMk/>
            <pc:sldMk cId="0" sldId="285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1:16.706" v="1075" actId="122"/>
          <ac:spMkLst>
            <pc:docMk/>
            <pc:sldMk cId="0" sldId="285"/>
            <ac:spMk id="1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2:39.737" v="1109" actId="2711"/>
          <ac:spMkLst>
            <pc:docMk/>
            <pc:sldMk cId="0" sldId="285"/>
            <ac:spMk id="1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2:25.617" v="1108" actId="20577"/>
          <ac:spMkLst>
            <pc:docMk/>
            <pc:sldMk cId="0" sldId="285"/>
            <ac:spMk id="2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1:16.706" v="1075" actId="122"/>
          <ac:spMkLst>
            <pc:docMk/>
            <pc:sldMk cId="0" sldId="285"/>
            <ac:spMk id="23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10:41:22.382" v="1076" actId="478"/>
          <ac:picMkLst>
            <pc:docMk/>
            <pc:sldMk cId="0" sldId="285"/>
            <ac:picMk id="10" creationId="{00000000-0000-0000-0000-000000000000}"/>
          </ac:picMkLst>
        </pc:picChg>
      </pc:sldChg>
      <pc:sldChg chg="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86"/>
        </pc:sldMkLst>
        <pc:spChg chg="mod">
          <ac:chgData name="Bushra Alharbi" userId="1ebed99a325c552f" providerId="LiveId" clId="{7E9390C9-CE98-4490-B8F4-5B736AED1368}" dt="2026-09-29T10:43:10.046" v="1114" actId="122"/>
          <ac:spMkLst>
            <pc:docMk/>
            <pc:sldMk cId="0" sldId="286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3:10.046" v="1114" actId="122"/>
          <ac:spMkLst>
            <pc:docMk/>
            <pc:sldMk cId="0" sldId="286"/>
            <ac:spMk id="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3:10.046" v="1114" actId="122"/>
          <ac:spMkLst>
            <pc:docMk/>
            <pc:sldMk cId="0" sldId="286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3:43.772" v="1117" actId="20577"/>
          <ac:spMkLst>
            <pc:docMk/>
            <pc:sldMk cId="0" sldId="286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3:10.046" v="1114" actId="122"/>
          <ac:spMkLst>
            <pc:docMk/>
            <pc:sldMk cId="0" sldId="286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3:10.046" v="1114" actId="122"/>
          <ac:spMkLst>
            <pc:docMk/>
            <pc:sldMk cId="0" sldId="286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3:10.046" v="1114" actId="122"/>
          <ac:spMkLst>
            <pc:docMk/>
            <pc:sldMk cId="0" sldId="286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4:05.894" v="1120" actId="20577"/>
          <ac:spMkLst>
            <pc:docMk/>
            <pc:sldMk cId="0" sldId="286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3:10.046" v="1114" actId="122"/>
          <ac:spMkLst>
            <pc:docMk/>
            <pc:sldMk cId="0" sldId="286"/>
            <ac:spMk id="1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3:10.046" v="1114" actId="122"/>
          <ac:spMkLst>
            <pc:docMk/>
            <pc:sldMk cId="0" sldId="286"/>
            <ac:spMk id="17" creationId="{00000000-0000-0000-0000-000000000000}"/>
          </ac:spMkLst>
        </pc:spChg>
      </pc:sldChg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87"/>
        </pc:sldMkLst>
        <pc:spChg chg="mod">
          <ac:chgData name="Bushra Alharbi" userId="1ebed99a325c552f" providerId="LiveId" clId="{7E9390C9-CE98-4490-B8F4-5B736AED1368}" dt="2026-09-29T10:45:38.377" v="1121" actId="122"/>
          <ac:spMkLst>
            <pc:docMk/>
            <pc:sldMk cId="0" sldId="287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5:38.377" v="1121" actId="122"/>
          <ac:spMkLst>
            <pc:docMk/>
            <pc:sldMk cId="0" sldId="287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5:38.377" v="1121" actId="122"/>
          <ac:spMkLst>
            <pc:docMk/>
            <pc:sldMk cId="0" sldId="287"/>
            <ac:spMk id="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6:34.105" v="1131" actId="14100"/>
          <ac:spMkLst>
            <pc:docMk/>
            <pc:sldMk cId="0" sldId="287"/>
            <ac:spMk id="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5:59.439" v="1125" actId="1076"/>
          <ac:spMkLst>
            <pc:docMk/>
            <pc:sldMk cId="0" sldId="287"/>
            <ac:spMk id="9" creationId="{00000000-0000-0000-0000-000000000000}"/>
          </ac:spMkLst>
        </pc:spChg>
        <pc:spChg chg="del">
          <ac:chgData name="Bushra Alharbi" userId="1ebed99a325c552f" providerId="LiveId" clId="{7E9390C9-CE98-4490-B8F4-5B736AED1368}" dt="2026-09-29T10:45:43.248" v="1122" actId="478"/>
          <ac:spMkLst>
            <pc:docMk/>
            <pc:sldMk cId="0" sldId="287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5:38.377" v="1121" actId="122"/>
          <ac:spMkLst>
            <pc:docMk/>
            <pc:sldMk cId="0" sldId="287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6:39.375" v="1132" actId="20577"/>
          <ac:spMkLst>
            <pc:docMk/>
            <pc:sldMk cId="0" sldId="287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7:43.136" v="1160" actId="20577"/>
          <ac:spMkLst>
            <pc:docMk/>
            <pc:sldMk cId="0" sldId="287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6:42.528" v="1133" actId="20577"/>
          <ac:spMkLst>
            <pc:docMk/>
            <pc:sldMk cId="0" sldId="287"/>
            <ac:spMk id="1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5:38.377" v="1121" actId="122"/>
          <ac:spMkLst>
            <pc:docMk/>
            <pc:sldMk cId="0" sldId="287"/>
            <ac:spMk id="1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7:23.306" v="1154" actId="20577"/>
          <ac:spMkLst>
            <pc:docMk/>
            <pc:sldMk cId="0" sldId="287"/>
            <ac:spMk id="1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5:38.377" v="1121" actId="122"/>
          <ac:spMkLst>
            <pc:docMk/>
            <pc:sldMk cId="0" sldId="287"/>
            <ac:spMk id="20" creationId="{00000000-0000-0000-0000-000000000000}"/>
          </ac:spMkLst>
        </pc:spChg>
        <pc:spChg chg="add del mod">
          <ac:chgData name="Bushra Alharbi" userId="1ebed99a325c552f" providerId="LiveId" clId="{7E9390C9-CE98-4490-B8F4-5B736AED1368}" dt="2026-09-29T10:47:32.219" v="1159" actId="20577"/>
          <ac:spMkLst>
            <pc:docMk/>
            <pc:sldMk cId="0" sldId="287"/>
            <ac:spMk id="2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6:14.223" v="1128" actId="1076"/>
          <ac:spMkLst>
            <pc:docMk/>
            <pc:sldMk cId="0" sldId="287"/>
            <ac:spMk id="2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6:26.372" v="1130" actId="1076"/>
          <ac:spMkLst>
            <pc:docMk/>
            <pc:sldMk cId="0" sldId="287"/>
            <ac:spMk id="24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10:45:45.438" v="1123" actId="478"/>
          <ac:picMkLst>
            <pc:docMk/>
            <pc:sldMk cId="0" sldId="287"/>
            <ac:picMk id="10" creationId="{00000000-0000-0000-0000-000000000000}"/>
          </ac:picMkLst>
        </pc:picChg>
      </pc:sldChg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88"/>
        </pc:sldMkLst>
        <pc:spChg chg="mod">
          <ac:chgData name="Bushra Alharbi" userId="1ebed99a325c552f" providerId="LiveId" clId="{7E9390C9-CE98-4490-B8F4-5B736AED1368}" dt="2026-09-29T10:47:58.301" v="1161" actId="122"/>
          <ac:spMkLst>
            <pc:docMk/>
            <pc:sldMk cId="0" sldId="288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8:12.465" v="1165" actId="14100"/>
          <ac:spMkLst>
            <pc:docMk/>
            <pc:sldMk cId="0" sldId="288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8:19.933" v="1167" actId="14100"/>
          <ac:spMkLst>
            <pc:docMk/>
            <pc:sldMk cId="0" sldId="288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10:48:01.497" v="1162" actId="478"/>
          <ac:spMkLst>
            <pc:docMk/>
            <pc:sldMk cId="0" sldId="288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7:58.301" v="1161" actId="122"/>
          <ac:spMkLst>
            <pc:docMk/>
            <pc:sldMk cId="0" sldId="288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7:58.301" v="1161" actId="122"/>
          <ac:spMkLst>
            <pc:docMk/>
            <pc:sldMk cId="0" sldId="288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7:58.301" v="1161" actId="122"/>
          <ac:spMkLst>
            <pc:docMk/>
            <pc:sldMk cId="0" sldId="288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7:58.301" v="1161" actId="122"/>
          <ac:spMkLst>
            <pc:docMk/>
            <pc:sldMk cId="0" sldId="288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7:58.301" v="1161" actId="122"/>
          <ac:spMkLst>
            <pc:docMk/>
            <pc:sldMk cId="0" sldId="288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0:47:58.301" v="1161" actId="122"/>
          <ac:spMkLst>
            <pc:docMk/>
            <pc:sldMk cId="0" sldId="288"/>
            <ac:spMk id="16" creationId="{00000000-0000-0000-0000-000000000000}"/>
          </ac:spMkLst>
        </pc:spChg>
        <pc:spChg chg="add del mod">
          <ac:chgData name="Bushra Alharbi" userId="1ebed99a325c552f" providerId="LiveId" clId="{7E9390C9-CE98-4490-B8F4-5B736AED1368}" dt="2026-09-29T11:12:11.718" v="1172"/>
          <ac:spMkLst>
            <pc:docMk/>
            <pc:sldMk cId="0" sldId="288"/>
            <ac:spMk id="17" creationId="{7D823423-6053-6D1F-500F-F22C5A03CBDA}"/>
          </ac:spMkLst>
        </pc:spChg>
        <pc:spChg chg="add del mod">
          <ac:chgData name="Bushra Alharbi" userId="1ebed99a325c552f" providerId="LiveId" clId="{7E9390C9-CE98-4490-B8F4-5B736AED1368}" dt="2026-09-29T11:12:18.994" v="1176"/>
          <ac:spMkLst>
            <pc:docMk/>
            <pc:sldMk cId="0" sldId="288"/>
            <ac:spMk id="18" creationId="{9B800BD6-9752-278E-2F19-0D0A8D6A5C87}"/>
          </ac:spMkLst>
        </pc:spChg>
        <pc:spChg chg="add del mod">
          <ac:chgData name="Bushra Alharbi" userId="1ebed99a325c552f" providerId="LiveId" clId="{7E9390C9-CE98-4490-B8F4-5B736AED1368}" dt="2026-09-29T11:12:50.766" v="1180"/>
          <ac:spMkLst>
            <pc:docMk/>
            <pc:sldMk cId="0" sldId="288"/>
            <ac:spMk id="19" creationId="{95D18530-E64A-F3F2-43BC-1FC03AA9C983}"/>
          </ac:spMkLst>
        </pc:spChg>
        <pc:spChg chg="add del mod">
          <ac:chgData name="Bushra Alharbi" userId="1ebed99a325c552f" providerId="LiveId" clId="{7E9390C9-CE98-4490-B8F4-5B736AED1368}" dt="2026-09-29T11:24:46.498" v="1183" actId="478"/>
          <ac:spMkLst>
            <pc:docMk/>
            <pc:sldMk cId="0" sldId="288"/>
            <ac:spMk id="20" creationId="{5851791A-EE8A-0CC5-57F0-0F58E0A47504}"/>
          </ac:spMkLst>
        </pc:spChg>
        <pc:picChg chg="del">
          <ac:chgData name="Bushra Alharbi" userId="1ebed99a325c552f" providerId="LiveId" clId="{7E9390C9-CE98-4490-B8F4-5B736AED1368}" dt="2026-09-29T10:48:03.462" v="1163" actId="478"/>
          <ac:picMkLst>
            <pc:docMk/>
            <pc:sldMk cId="0" sldId="288"/>
            <ac:picMk id="5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89"/>
        </pc:sldMkLst>
        <pc:spChg chg="mod">
          <ac:chgData name="Bushra Alharbi" userId="1ebed99a325c552f" providerId="LiveId" clId="{7E9390C9-CE98-4490-B8F4-5B736AED1368}" dt="2026-09-29T11:24:58.361" v="1184" actId="122"/>
          <ac:spMkLst>
            <pc:docMk/>
            <pc:sldMk cId="0" sldId="289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24:58.361" v="1184" actId="122"/>
          <ac:spMkLst>
            <pc:docMk/>
            <pc:sldMk cId="0" sldId="289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24:58.361" v="1184" actId="122"/>
          <ac:spMkLst>
            <pc:docMk/>
            <pc:sldMk cId="0" sldId="289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11:25:04.546" v="1185" actId="478"/>
          <ac:spMkLst>
            <pc:docMk/>
            <pc:sldMk cId="0" sldId="289"/>
            <ac:spMk id="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24:58.361" v="1184" actId="122"/>
          <ac:spMkLst>
            <pc:docMk/>
            <pc:sldMk cId="0" sldId="289"/>
            <ac:spMk id="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24:58.361" v="1184" actId="122"/>
          <ac:spMkLst>
            <pc:docMk/>
            <pc:sldMk cId="0" sldId="289"/>
            <ac:spMk id="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24:58.361" v="1184" actId="122"/>
          <ac:spMkLst>
            <pc:docMk/>
            <pc:sldMk cId="0" sldId="289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24:58.361" v="1184" actId="122"/>
          <ac:spMkLst>
            <pc:docMk/>
            <pc:sldMk cId="0" sldId="289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24:58.361" v="1184" actId="122"/>
          <ac:spMkLst>
            <pc:docMk/>
            <pc:sldMk cId="0" sldId="289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24:58.361" v="1184" actId="122"/>
          <ac:spMkLst>
            <pc:docMk/>
            <pc:sldMk cId="0" sldId="289"/>
            <ac:spMk id="13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11:25:07.353" v="1186" actId="478"/>
          <ac:picMkLst>
            <pc:docMk/>
            <pc:sldMk cId="0" sldId="289"/>
            <ac:picMk id="5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90"/>
        </pc:sldMkLst>
        <pc:spChg chg="del mod">
          <ac:chgData name="Bushra Alharbi" userId="1ebed99a325c552f" providerId="LiveId" clId="{7E9390C9-CE98-4490-B8F4-5B736AED1368}" dt="2026-09-29T11:25:59.258" v="1190" actId="478"/>
          <ac:spMkLst>
            <pc:docMk/>
            <pc:sldMk cId="0" sldId="290"/>
            <ac:spMk id="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25:44.104" v="1187" actId="122"/>
          <ac:spMkLst>
            <pc:docMk/>
            <pc:sldMk cId="0" sldId="290"/>
            <ac:spMk id="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0:25.506" v="1218" actId="1076"/>
          <ac:spMkLst>
            <pc:docMk/>
            <pc:sldMk cId="0" sldId="290"/>
            <ac:spMk id="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0:25.506" v="1218" actId="1076"/>
          <ac:spMkLst>
            <pc:docMk/>
            <pc:sldMk cId="0" sldId="290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0:25.506" v="1218" actId="1076"/>
          <ac:spMkLst>
            <pc:docMk/>
            <pc:sldMk cId="0" sldId="290"/>
            <ac:spMk id="10" creationId="{00000000-0000-0000-0000-000000000000}"/>
          </ac:spMkLst>
        </pc:spChg>
        <pc:picChg chg="del mod">
          <ac:chgData name="Bushra Alharbi" userId="1ebed99a325c552f" providerId="LiveId" clId="{7E9390C9-CE98-4490-B8F4-5B736AED1368}" dt="2026-09-29T11:25:54.806" v="1189" actId="478"/>
          <ac:picMkLst>
            <pc:docMk/>
            <pc:sldMk cId="0" sldId="290"/>
            <ac:picMk id="2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1:30:25.506" v="1218" actId="1076"/>
          <ac:picMkLst>
            <pc:docMk/>
            <pc:sldMk cId="0" sldId="290"/>
            <ac:picMk id="3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1:30:25.506" v="1218" actId="1076"/>
          <ac:picMkLst>
            <pc:docMk/>
            <pc:sldMk cId="0" sldId="290"/>
            <ac:picMk id="4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1:30:25.506" v="1218" actId="1076"/>
          <ac:picMkLst>
            <pc:docMk/>
            <pc:sldMk cId="0" sldId="290"/>
            <ac:picMk id="5" creationId="{00000000-0000-0000-0000-000000000000}"/>
          </ac:picMkLst>
        </pc:picChg>
      </pc:sldChg>
      <pc:sldChg chg="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91"/>
        </pc:sldMkLst>
        <pc:spChg chg="mod">
          <ac:chgData name="Bushra Alharbi" userId="1ebed99a325c552f" providerId="LiveId" clId="{7E9390C9-CE98-4490-B8F4-5B736AED1368}" dt="2026-09-29T11:31:13.754" v="1221" actId="20578"/>
          <ac:spMkLst>
            <pc:docMk/>
            <pc:sldMk cId="0" sldId="291"/>
            <ac:spMk id="3" creationId="{00000000-0000-0000-0000-000000000000}"/>
          </ac:spMkLst>
        </pc:spChg>
      </pc:sldChg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92"/>
        </pc:sldMkLst>
        <pc:spChg chg="mod">
          <ac:chgData name="Bushra Alharbi" userId="1ebed99a325c552f" providerId="LiveId" clId="{7E9390C9-CE98-4490-B8F4-5B736AED1368}" dt="2026-09-29T11:35:26.552" v="1228" actId="122"/>
          <ac:spMkLst>
            <pc:docMk/>
            <pc:sldMk cId="0" sldId="292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5:26.552" v="1228" actId="122"/>
          <ac:spMkLst>
            <pc:docMk/>
            <pc:sldMk cId="0" sldId="292"/>
            <ac:spMk id="3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11:35:30.914" v="1229" actId="478"/>
          <ac:spMkLst>
            <pc:docMk/>
            <pc:sldMk cId="0" sldId="292"/>
            <ac:spMk id="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8:08.460" v="1339" actId="1076"/>
          <ac:spMkLst>
            <pc:docMk/>
            <pc:sldMk cId="0" sldId="292"/>
            <ac:spMk id="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6:02.494" v="1235" actId="20578"/>
          <ac:spMkLst>
            <pc:docMk/>
            <pc:sldMk cId="0" sldId="292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8:20" v="1249" actId="115"/>
          <ac:spMkLst>
            <pc:docMk/>
            <pc:sldMk cId="0" sldId="292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5:26.552" v="1228" actId="122"/>
          <ac:spMkLst>
            <pc:docMk/>
            <pc:sldMk cId="0" sldId="292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8:08.891" v="1247" actId="255"/>
          <ac:spMkLst>
            <pc:docMk/>
            <pc:sldMk cId="0" sldId="292"/>
            <ac:spMk id="12" creationId="{00000000-0000-0000-0000-000000000000}"/>
          </ac:spMkLst>
        </pc:spChg>
        <pc:picChg chg="mod">
          <ac:chgData name="Bushra Alharbi" userId="1ebed99a325c552f" providerId="LiveId" clId="{7E9390C9-CE98-4490-B8F4-5B736AED1368}" dt="2026-09-29T11:35:48.122" v="1234" actId="1076"/>
          <ac:picMkLst>
            <pc:docMk/>
            <pc:sldMk cId="0" sldId="292"/>
            <ac:picMk id="4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1:37:25.459" v="1244" actId="1076"/>
          <ac:picMkLst>
            <pc:docMk/>
            <pc:sldMk cId="0" sldId="292"/>
            <ac:picMk id="5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1:37:47.912" v="1245" actId="1076"/>
          <ac:picMkLst>
            <pc:docMk/>
            <pc:sldMk cId="0" sldId="292"/>
            <ac:picMk id="6" creationId="{00000000-0000-0000-0000-000000000000}"/>
          </ac:picMkLst>
        </pc:picChg>
        <pc:picChg chg="add mod">
          <ac:chgData name="Bushra Alharbi" userId="1ebed99a325c552f" providerId="LiveId" clId="{7E9390C9-CE98-4490-B8F4-5B736AED1368}" dt="2026-09-29T11:58:23.616" v="1341" actId="1076"/>
          <ac:picMkLst>
            <pc:docMk/>
            <pc:sldMk cId="0" sldId="292"/>
            <ac:picMk id="14" creationId="{EE5D194D-124C-BA06-D62E-85EC9BB4DA67}"/>
          </ac:picMkLst>
        </pc:picChg>
      </pc:sldChg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93"/>
        </pc:sldMkLst>
        <pc:spChg chg="mod">
          <ac:chgData name="Bushra Alharbi" userId="1ebed99a325c552f" providerId="LiveId" clId="{7E9390C9-CE98-4490-B8F4-5B736AED1368}" dt="2026-09-29T11:38:33.287" v="1250" actId="122"/>
          <ac:spMkLst>
            <pc:docMk/>
            <pc:sldMk cId="0" sldId="293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8:33.287" v="1250" actId="122"/>
          <ac:spMkLst>
            <pc:docMk/>
            <pc:sldMk cId="0" sldId="293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8:33.287" v="1250" actId="122"/>
          <ac:spMkLst>
            <pc:docMk/>
            <pc:sldMk cId="0" sldId="293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11:38:37.573" v="1251" actId="478"/>
          <ac:spMkLst>
            <pc:docMk/>
            <pc:sldMk cId="0" sldId="293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8:33.287" v="1250" actId="122"/>
          <ac:spMkLst>
            <pc:docMk/>
            <pc:sldMk cId="0" sldId="293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8:33.287" v="1250" actId="122"/>
          <ac:spMkLst>
            <pc:docMk/>
            <pc:sldMk cId="0" sldId="293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40:05.079" v="1266" actId="20577"/>
          <ac:spMkLst>
            <pc:docMk/>
            <pc:sldMk cId="0" sldId="293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8:33.287" v="1250" actId="122"/>
          <ac:spMkLst>
            <pc:docMk/>
            <pc:sldMk cId="0" sldId="293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8:33.287" v="1250" actId="122"/>
          <ac:spMkLst>
            <pc:docMk/>
            <pc:sldMk cId="0" sldId="293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39:52.572" v="1265" actId="20577"/>
          <ac:spMkLst>
            <pc:docMk/>
            <pc:sldMk cId="0" sldId="293"/>
            <ac:spMk id="16" creationId="{00000000-0000-0000-0000-000000000000}"/>
          </ac:spMkLst>
        </pc:spChg>
        <pc:picChg chg="mod">
          <ac:chgData name="Bushra Alharbi" userId="1ebed99a325c552f" providerId="LiveId" clId="{7E9390C9-CE98-4490-B8F4-5B736AED1368}" dt="2026-09-29T11:39:02.630" v="1257" actId="1076"/>
          <ac:picMkLst>
            <pc:docMk/>
            <pc:sldMk cId="0" sldId="293"/>
            <ac:picMk id="5" creationId="{00000000-0000-0000-0000-000000000000}"/>
          </ac:picMkLst>
        </pc:picChg>
        <pc:picChg chg="add mod">
          <ac:chgData name="Bushra Alharbi" userId="1ebed99a325c552f" providerId="LiveId" clId="{7E9390C9-CE98-4490-B8F4-5B736AED1368}" dt="2026-09-29T11:38:50.907" v="1255" actId="1076"/>
          <ac:picMkLst>
            <pc:docMk/>
            <pc:sldMk cId="0" sldId="293"/>
            <ac:picMk id="18" creationId="{9121F488-7B58-FFFF-67EA-772E99F86FD5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94"/>
        </pc:sldMkLst>
        <pc:spChg chg="mod">
          <ac:chgData name="Bushra Alharbi" userId="1ebed99a325c552f" providerId="LiveId" clId="{7E9390C9-CE98-4490-B8F4-5B736AED1368}" dt="2026-09-29T11:40:34.052" v="1267" actId="122"/>
          <ac:spMkLst>
            <pc:docMk/>
            <pc:sldMk cId="0" sldId="294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40:34.052" v="1267" actId="122"/>
          <ac:spMkLst>
            <pc:docMk/>
            <pc:sldMk cId="0" sldId="294"/>
            <ac:spMk id="3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11:40:39.770" v="1269" actId="478"/>
          <ac:spMkLst>
            <pc:docMk/>
            <pc:sldMk cId="0" sldId="294"/>
            <ac:spMk id="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41:19.442" v="1273" actId="20577"/>
          <ac:spMkLst>
            <pc:docMk/>
            <pc:sldMk cId="0" sldId="294"/>
            <ac:spMk id="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40:34.052" v="1267" actId="122"/>
          <ac:spMkLst>
            <pc:docMk/>
            <pc:sldMk cId="0" sldId="294"/>
            <ac:spMk id="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40:34.052" v="1267" actId="122"/>
          <ac:spMkLst>
            <pc:docMk/>
            <pc:sldMk cId="0" sldId="294"/>
            <ac:spMk id="8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11:40:43.652" v="1270" actId="478"/>
          <ac:picMkLst>
            <pc:docMk/>
            <pc:sldMk cId="0" sldId="294"/>
            <ac:picMk id="4" creationId="{00000000-0000-0000-0000-000000000000}"/>
          </ac:picMkLst>
        </pc:picChg>
      </pc:sldChg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95"/>
        </pc:sldMkLst>
        <pc:spChg chg="mod">
          <ac:chgData name="Bushra Alharbi" userId="1ebed99a325c552f" providerId="LiveId" clId="{7E9390C9-CE98-4490-B8F4-5B736AED1368}" dt="2026-09-29T11:41:40.945" v="1274" actId="122"/>
          <ac:spMkLst>
            <pc:docMk/>
            <pc:sldMk cId="0" sldId="295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41:40.945" v="1274" actId="122"/>
          <ac:spMkLst>
            <pc:docMk/>
            <pc:sldMk cId="0" sldId="295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11:41:44.420" v="1275" actId="478"/>
          <ac:spMkLst>
            <pc:docMk/>
            <pc:sldMk cId="0" sldId="295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42:10.755" v="1280" actId="20577"/>
          <ac:spMkLst>
            <pc:docMk/>
            <pc:sldMk cId="0" sldId="295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41:40.945" v="1274" actId="122"/>
          <ac:spMkLst>
            <pc:docMk/>
            <pc:sldMk cId="0" sldId="295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41:40.945" v="1274" actId="122"/>
          <ac:spMkLst>
            <pc:docMk/>
            <pc:sldMk cId="0" sldId="295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43:23.709" v="1288" actId="20577"/>
          <ac:spMkLst>
            <pc:docMk/>
            <pc:sldMk cId="0" sldId="295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41:40.945" v="1274" actId="122"/>
          <ac:spMkLst>
            <pc:docMk/>
            <pc:sldMk cId="0" sldId="295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41:40.945" v="1274" actId="122"/>
          <ac:spMkLst>
            <pc:docMk/>
            <pc:sldMk cId="0" sldId="295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41:40.945" v="1274" actId="122"/>
          <ac:spMkLst>
            <pc:docMk/>
            <pc:sldMk cId="0" sldId="295"/>
            <ac:spMk id="16" creationId="{00000000-0000-0000-0000-000000000000}"/>
          </ac:spMkLst>
        </pc:spChg>
        <pc:picChg chg="mod">
          <ac:chgData name="Bushra Alharbi" userId="1ebed99a325c552f" providerId="LiveId" clId="{7E9390C9-CE98-4490-B8F4-5B736AED1368}" dt="2026-09-29T11:42:17.681" v="1281" actId="1076"/>
          <ac:picMkLst>
            <pc:docMk/>
            <pc:sldMk cId="0" sldId="295"/>
            <ac:picMk id="5" creationId="{00000000-0000-0000-0000-000000000000}"/>
          </ac:picMkLst>
        </pc:picChg>
        <pc:picChg chg="add mod">
          <ac:chgData name="Bushra Alharbi" userId="1ebed99a325c552f" providerId="LiveId" clId="{7E9390C9-CE98-4490-B8F4-5B736AED1368}" dt="2026-09-29T11:42:24.120" v="1282" actId="1076"/>
          <ac:picMkLst>
            <pc:docMk/>
            <pc:sldMk cId="0" sldId="295"/>
            <ac:picMk id="18" creationId="{91CB9C7F-1A99-673A-7956-2822EC56E44A}"/>
          </ac:picMkLst>
        </pc:picChg>
      </pc:sldChg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96"/>
        </pc:sldMkLst>
        <pc:spChg chg="del mod">
          <ac:chgData name="Bushra Alharbi" userId="1ebed99a325c552f" providerId="LiveId" clId="{7E9390C9-CE98-4490-B8F4-5B736AED1368}" dt="2026-09-29T11:47:57.226" v="1293" actId="478"/>
          <ac:spMkLst>
            <pc:docMk/>
            <pc:sldMk cId="0" sldId="296"/>
            <ac:spMk id="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47:47.326" v="1291" actId="1076"/>
          <ac:spMkLst>
            <pc:docMk/>
            <pc:sldMk cId="0" sldId="296"/>
            <ac:spMk id="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1:25.160" v="1317" actId="1076"/>
          <ac:spMkLst>
            <pc:docMk/>
            <pc:sldMk cId="0" sldId="296"/>
            <ac:spMk id="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1:25.160" v="1317" actId="1076"/>
          <ac:spMkLst>
            <pc:docMk/>
            <pc:sldMk cId="0" sldId="296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1:25.160" v="1317" actId="1076"/>
          <ac:spMkLst>
            <pc:docMk/>
            <pc:sldMk cId="0" sldId="296"/>
            <ac:spMk id="10" creationId="{00000000-0000-0000-0000-000000000000}"/>
          </ac:spMkLst>
        </pc:spChg>
        <pc:picChg chg="mod">
          <ac:chgData name="Bushra Alharbi" userId="1ebed99a325c552f" providerId="LiveId" clId="{7E9390C9-CE98-4490-B8F4-5B736AED1368}" dt="2026-09-29T11:48:09.503" v="1297" actId="1076"/>
          <ac:picMkLst>
            <pc:docMk/>
            <pc:sldMk cId="0" sldId="296"/>
            <ac:picMk id="2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1:51:25.160" v="1317" actId="1076"/>
          <ac:picMkLst>
            <pc:docMk/>
            <pc:sldMk cId="0" sldId="296"/>
            <ac:picMk id="3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1:51:25.160" v="1317" actId="1076"/>
          <ac:picMkLst>
            <pc:docMk/>
            <pc:sldMk cId="0" sldId="296"/>
            <ac:picMk id="4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1:51:25.160" v="1317" actId="1076"/>
          <ac:picMkLst>
            <pc:docMk/>
            <pc:sldMk cId="0" sldId="296"/>
            <ac:picMk id="5" creationId="{00000000-0000-0000-0000-000000000000}"/>
          </ac:picMkLst>
        </pc:picChg>
        <pc:picChg chg="add mod">
          <ac:chgData name="Bushra Alharbi" userId="1ebed99a325c552f" providerId="LiveId" clId="{7E9390C9-CE98-4490-B8F4-5B736AED1368}" dt="2026-09-29T11:48:18.056" v="1300" actId="1076"/>
          <ac:picMkLst>
            <pc:docMk/>
            <pc:sldMk cId="0" sldId="296"/>
            <ac:picMk id="12" creationId="{64B9E86C-00C7-B141-A3F4-5E2A10009CA8}"/>
          </ac:picMkLst>
        </pc:picChg>
      </pc:sldChg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97"/>
        </pc:sldMkLst>
        <pc:spChg chg="mod">
          <ac:chgData name="Bushra Alharbi" userId="1ebed99a325c552f" providerId="LiveId" clId="{7E9390C9-CE98-4490-B8F4-5B736AED1368}" dt="2026-09-29T11:52:45.755" v="1318" actId="122"/>
          <ac:spMkLst>
            <pc:docMk/>
            <pc:sldMk cId="0" sldId="297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2:45.755" v="1318" actId="122"/>
          <ac:spMkLst>
            <pc:docMk/>
            <pc:sldMk cId="0" sldId="297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2:45.755" v="1318" actId="122"/>
          <ac:spMkLst>
            <pc:docMk/>
            <pc:sldMk cId="0" sldId="297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11:52:48.975" v="1319" actId="478"/>
          <ac:spMkLst>
            <pc:docMk/>
            <pc:sldMk cId="0" sldId="297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2:45.755" v="1318" actId="122"/>
          <ac:spMkLst>
            <pc:docMk/>
            <pc:sldMk cId="0" sldId="297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2:45.755" v="1318" actId="122"/>
          <ac:spMkLst>
            <pc:docMk/>
            <pc:sldMk cId="0" sldId="297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3:09.856" v="1324" actId="1076"/>
          <ac:spMkLst>
            <pc:docMk/>
            <pc:sldMk cId="0" sldId="297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2:45.755" v="1318" actId="122"/>
          <ac:spMkLst>
            <pc:docMk/>
            <pc:sldMk cId="0" sldId="297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3:15.022" v="1325" actId="1076"/>
          <ac:spMkLst>
            <pc:docMk/>
            <pc:sldMk cId="0" sldId="297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2:45.755" v="1318" actId="122"/>
          <ac:spMkLst>
            <pc:docMk/>
            <pc:sldMk cId="0" sldId="297"/>
            <ac:spMk id="16" creationId="{00000000-0000-0000-0000-000000000000}"/>
          </ac:spMkLst>
        </pc:spChg>
        <pc:picChg chg="mod">
          <ac:chgData name="Bushra Alharbi" userId="1ebed99a325c552f" providerId="LiveId" clId="{7E9390C9-CE98-4490-B8F4-5B736AED1368}" dt="2026-09-29T11:52:56.633" v="1321" actId="1076"/>
          <ac:picMkLst>
            <pc:docMk/>
            <pc:sldMk cId="0" sldId="297"/>
            <ac:picMk id="5" creationId="{00000000-0000-0000-0000-000000000000}"/>
          </ac:picMkLst>
        </pc:picChg>
        <pc:picChg chg="add mod">
          <ac:chgData name="Bushra Alharbi" userId="1ebed99a325c552f" providerId="LiveId" clId="{7E9390C9-CE98-4490-B8F4-5B736AED1368}" dt="2026-09-29T11:53:03.622" v="1323" actId="1076"/>
          <ac:picMkLst>
            <pc:docMk/>
            <pc:sldMk cId="0" sldId="297"/>
            <ac:picMk id="18" creationId="{29B4CE28-43E5-372F-4EA5-D24E9F121922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98"/>
        </pc:sldMkLst>
        <pc:spChg chg="mod">
          <ac:chgData name="Bushra Alharbi" userId="1ebed99a325c552f" providerId="LiveId" clId="{7E9390C9-CE98-4490-B8F4-5B736AED1368}" dt="2026-09-29T11:53:47.465" v="1326" actId="122"/>
          <ac:spMkLst>
            <pc:docMk/>
            <pc:sldMk cId="0" sldId="298"/>
            <ac:spMk id="3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11:53:51.277" v="1327" actId="478"/>
          <ac:spMkLst>
            <pc:docMk/>
            <pc:sldMk cId="0" sldId="298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9:22.184" v="1347" actId="20577"/>
          <ac:spMkLst>
            <pc:docMk/>
            <pc:sldMk cId="0" sldId="298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3:47.465" v="1326" actId="122"/>
          <ac:spMkLst>
            <pc:docMk/>
            <pc:sldMk cId="0" sldId="298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3:47.465" v="1326" actId="122"/>
          <ac:spMkLst>
            <pc:docMk/>
            <pc:sldMk cId="0" sldId="298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3:47.465" v="1326" actId="122"/>
          <ac:spMkLst>
            <pc:docMk/>
            <pc:sldMk cId="0" sldId="298"/>
            <ac:spMk id="1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3:47.465" v="1326" actId="122"/>
          <ac:spMkLst>
            <pc:docMk/>
            <pc:sldMk cId="0" sldId="298"/>
            <ac:spMk id="1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3:47.465" v="1326" actId="122"/>
          <ac:spMkLst>
            <pc:docMk/>
            <pc:sldMk cId="0" sldId="298"/>
            <ac:spMk id="2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3:47.465" v="1326" actId="122"/>
          <ac:spMkLst>
            <pc:docMk/>
            <pc:sldMk cId="0" sldId="298"/>
            <ac:spMk id="2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1:53:47.465" v="1326" actId="122"/>
          <ac:spMkLst>
            <pc:docMk/>
            <pc:sldMk cId="0" sldId="298"/>
            <ac:spMk id="22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11:53:53.529" v="1328" actId="478"/>
          <ac:picMkLst>
            <pc:docMk/>
            <pc:sldMk cId="0" sldId="298"/>
            <ac:picMk id="5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299"/>
        </pc:sldMkLst>
        <pc:spChg chg="mod">
          <ac:chgData name="Bushra Alharbi" userId="1ebed99a325c552f" providerId="LiveId" clId="{7E9390C9-CE98-4490-B8F4-5B736AED1368}" dt="2026-09-29T12:00:17.916" v="1348" actId="122"/>
          <ac:spMkLst>
            <pc:docMk/>
            <pc:sldMk cId="0" sldId="299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0:17.916" v="1348" actId="122"/>
          <ac:spMkLst>
            <pc:docMk/>
            <pc:sldMk cId="0" sldId="299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0:17.916" v="1348" actId="122"/>
          <ac:spMkLst>
            <pc:docMk/>
            <pc:sldMk cId="0" sldId="299"/>
            <ac:spMk id="4" creationId="{00000000-0000-0000-0000-000000000000}"/>
          </ac:spMkLst>
        </pc:spChg>
        <pc:spChg chg="del">
          <ac:chgData name="Bushra Alharbi" userId="1ebed99a325c552f" providerId="LiveId" clId="{7E9390C9-CE98-4490-B8F4-5B736AED1368}" dt="2026-09-29T12:00:20.339" v="1349" actId="478"/>
          <ac:spMkLst>
            <pc:docMk/>
            <pc:sldMk cId="0" sldId="299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0:17.916" v="1348" actId="122"/>
          <ac:spMkLst>
            <pc:docMk/>
            <pc:sldMk cId="0" sldId="299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0:28.558" v="1351" actId="1076"/>
          <ac:spMkLst>
            <pc:docMk/>
            <pc:sldMk cId="0" sldId="299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3:26.415" v="1363" actId="122"/>
          <ac:spMkLst>
            <pc:docMk/>
            <pc:sldMk cId="0" sldId="299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0:17.916" v="1348" actId="122"/>
          <ac:spMkLst>
            <pc:docMk/>
            <pc:sldMk cId="0" sldId="299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4:31.586" v="1364" actId="2711"/>
          <ac:spMkLst>
            <pc:docMk/>
            <pc:sldMk cId="0" sldId="299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0:17.916" v="1348" actId="122"/>
          <ac:spMkLst>
            <pc:docMk/>
            <pc:sldMk cId="0" sldId="299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0:17.916" v="1348" actId="122"/>
          <ac:spMkLst>
            <pc:docMk/>
            <pc:sldMk cId="0" sldId="299"/>
            <ac:spMk id="16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12:00:23.339" v="1350" actId="478"/>
          <ac:picMkLst>
            <pc:docMk/>
            <pc:sldMk cId="0" sldId="299"/>
            <ac:picMk id="5" creationId="{00000000-0000-0000-0000-000000000000}"/>
          </ac:picMkLst>
        </pc:picChg>
      </pc:sldChg>
      <pc:sldChg chg="modTransition">
        <pc:chgData name="Bushra Alharbi" userId="1ebed99a325c552f" providerId="LiveId" clId="{7E9390C9-CE98-4490-B8F4-5B736AED1368}" dt="2026-09-29T12:17:19.674" v="1394"/>
        <pc:sldMkLst>
          <pc:docMk/>
          <pc:sldMk cId="0" sldId="300"/>
        </pc:sldMkLst>
      </pc:sldChg>
      <pc:sldChg chg="modTransition">
        <pc:chgData name="Bushra Alharbi" userId="1ebed99a325c552f" providerId="LiveId" clId="{7E9390C9-CE98-4490-B8F4-5B736AED1368}" dt="2026-09-29T12:17:19.674" v="1394"/>
        <pc:sldMkLst>
          <pc:docMk/>
          <pc:sldMk cId="0" sldId="301"/>
        </pc:sldMkLst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302"/>
        </pc:sldMkLst>
        <pc:spChg chg="mod">
          <ac:chgData name="Bushra Alharbi" userId="1ebed99a325c552f" providerId="LiveId" clId="{7E9390C9-CE98-4490-B8F4-5B736AED1368}" dt="2026-09-29T12:05:13.041" v="1365" actId="122"/>
          <ac:spMkLst>
            <pc:docMk/>
            <pc:sldMk cId="0" sldId="302"/>
            <ac:spMk id="2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12:05:16.074" v="1366" actId="478"/>
          <ac:spMkLst>
            <pc:docMk/>
            <pc:sldMk cId="0" sldId="302"/>
            <ac:spMk id="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5:13.041" v="1365" actId="122"/>
          <ac:spMkLst>
            <pc:docMk/>
            <pc:sldMk cId="0" sldId="302"/>
            <ac:spMk id="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6:30.715" v="1371" actId="404"/>
          <ac:spMkLst>
            <pc:docMk/>
            <pc:sldMk cId="0" sldId="302"/>
            <ac:spMk id="6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12:05:19.126" v="1367" actId="478"/>
          <ac:picMkLst>
            <pc:docMk/>
            <pc:sldMk cId="0" sldId="302"/>
            <ac:picMk id="3" creationId="{00000000-0000-0000-0000-000000000000}"/>
          </ac:picMkLst>
        </pc:picChg>
      </pc:sldChg>
      <pc:sldChg chg="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303"/>
        </pc:sldMkLst>
        <pc:spChg chg="mod">
          <ac:chgData name="Bushra Alharbi" userId="1ebed99a325c552f" providerId="LiveId" clId="{7E9390C9-CE98-4490-B8F4-5B736AED1368}" dt="2026-09-29T12:06:37.668" v="1372" actId="122"/>
          <ac:spMkLst>
            <pc:docMk/>
            <pc:sldMk cId="0" sldId="303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6:37.668" v="1372" actId="122"/>
          <ac:spMkLst>
            <pc:docMk/>
            <pc:sldMk cId="0" sldId="303"/>
            <ac:spMk id="4" creationId="{00000000-0000-0000-0000-000000000000}"/>
          </ac:spMkLst>
        </pc:spChg>
        <pc:spChg chg="del mod">
          <ac:chgData name="Bushra Alharbi" userId="1ebed99a325c552f" providerId="LiveId" clId="{7E9390C9-CE98-4490-B8F4-5B736AED1368}" dt="2026-09-29T12:06:44.282" v="1373" actId="478"/>
          <ac:spMkLst>
            <pc:docMk/>
            <pc:sldMk cId="0" sldId="303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6:37.668" v="1372" actId="122"/>
          <ac:spMkLst>
            <pc:docMk/>
            <pc:sldMk cId="0" sldId="303"/>
            <ac:spMk id="10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6:37.668" v="1372" actId="122"/>
          <ac:spMkLst>
            <pc:docMk/>
            <pc:sldMk cId="0" sldId="303"/>
            <ac:spMk id="11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6:37.668" v="1372" actId="122"/>
          <ac:spMkLst>
            <pc:docMk/>
            <pc:sldMk cId="0" sldId="303"/>
            <ac:spMk id="1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6:37.668" v="1372" actId="122"/>
          <ac:spMkLst>
            <pc:docMk/>
            <pc:sldMk cId="0" sldId="303"/>
            <ac:spMk id="1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6:37.668" v="1372" actId="122"/>
          <ac:spMkLst>
            <pc:docMk/>
            <pc:sldMk cId="0" sldId="303"/>
            <ac:spMk id="1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6:54.144" v="1375" actId="1076"/>
          <ac:spMkLst>
            <pc:docMk/>
            <pc:sldMk cId="0" sldId="303"/>
            <ac:spMk id="1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6:37.668" v="1372" actId="122"/>
          <ac:spMkLst>
            <pc:docMk/>
            <pc:sldMk cId="0" sldId="303"/>
            <ac:spMk id="16" creationId="{00000000-0000-0000-0000-000000000000}"/>
          </ac:spMkLst>
        </pc:spChg>
        <pc:picChg chg="del">
          <ac:chgData name="Bushra Alharbi" userId="1ebed99a325c552f" providerId="LiveId" clId="{7E9390C9-CE98-4490-B8F4-5B736AED1368}" dt="2026-09-29T12:06:46.792" v="1374" actId="478"/>
          <ac:picMkLst>
            <pc:docMk/>
            <pc:sldMk cId="0" sldId="303"/>
            <ac:picMk id="5" creationId="{00000000-0000-0000-0000-000000000000}"/>
          </ac:picMkLst>
        </pc:picChg>
      </pc:sldChg>
      <pc:sldChg chg="addSp delSp modSp mod modTransition">
        <pc:chgData name="Bushra Alharbi" userId="1ebed99a325c552f" providerId="LiveId" clId="{7E9390C9-CE98-4490-B8F4-5B736AED1368}" dt="2026-09-29T12:17:19.674" v="1394"/>
        <pc:sldMkLst>
          <pc:docMk/>
          <pc:sldMk cId="0" sldId="304"/>
        </pc:sldMkLst>
        <pc:spChg chg="del mod">
          <ac:chgData name="Bushra Alharbi" userId="1ebed99a325c552f" providerId="LiveId" clId="{7E9390C9-CE98-4490-B8F4-5B736AED1368}" dt="2026-09-29T12:08:09.619" v="1386" actId="478"/>
          <ac:spMkLst>
            <pc:docMk/>
            <pc:sldMk cId="0" sldId="304"/>
            <ac:spMk id="6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7:02.310" v="1376" actId="122"/>
          <ac:spMkLst>
            <pc:docMk/>
            <pc:sldMk cId="0" sldId="304"/>
            <ac:spMk id="7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7:23.023" v="1378" actId="255"/>
          <ac:spMkLst>
            <pc:docMk/>
            <pc:sldMk cId="0" sldId="304"/>
            <ac:spMk id="8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7:23.023" v="1378" actId="255"/>
          <ac:spMkLst>
            <pc:docMk/>
            <pc:sldMk cId="0" sldId="304"/>
            <ac:spMk id="9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07:23.023" v="1378" actId="255"/>
          <ac:spMkLst>
            <pc:docMk/>
            <pc:sldMk cId="0" sldId="304"/>
            <ac:spMk id="10" creationId="{00000000-0000-0000-0000-000000000000}"/>
          </ac:spMkLst>
        </pc:spChg>
        <pc:picChg chg="mod">
          <ac:chgData name="Bushra Alharbi" userId="1ebed99a325c552f" providerId="LiveId" clId="{7E9390C9-CE98-4490-B8F4-5B736AED1368}" dt="2026-09-29T12:08:15.067" v="1387" actId="1076"/>
          <ac:picMkLst>
            <pc:docMk/>
            <pc:sldMk cId="0" sldId="304"/>
            <ac:picMk id="2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2:07:13.505" v="1377" actId="1076"/>
          <ac:picMkLst>
            <pc:docMk/>
            <pc:sldMk cId="0" sldId="304"/>
            <ac:picMk id="3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2:07:13.505" v="1377" actId="1076"/>
          <ac:picMkLst>
            <pc:docMk/>
            <pc:sldMk cId="0" sldId="304"/>
            <ac:picMk id="4" creationId="{00000000-0000-0000-0000-000000000000}"/>
          </ac:picMkLst>
        </pc:picChg>
        <pc:picChg chg="mod">
          <ac:chgData name="Bushra Alharbi" userId="1ebed99a325c552f" providerId="LiveId" clId="{7E9390C9-CE98-4490-B8F4-5B736AED1368}" dt="2026-09-29T12:07:13.505" v="1377" actId="1076"/>
          <ac:picMkLst>
            <pc:docMk/>
            <pc:sldMk cId="0" sldId="304"/>
            <ac:picMk id="5" creationId="{00000000-0000-0000-0000-000000000000}"/>
          </ac:picMkLst>
        </pc:picChg>
        <pc:picChg chg="add mod">
          <ac:chgData name="Bushra Alharbi" userId="1ebed99a325c552f" providerId="LiveId" clId="{7E9390C9-CE98-4490-B8F4-5B736AED1368}" dt="2026-09-29T12:08:07.062" v="1385" actId="1076"/>
          <ac:picMkLst>
            <pc:docMk/>
            <pc:sldMk cId="0" sldId="304"/>
            <ac:picMk id="12" creationId="{63D17DD0-EAA4-F925-89C1-9CD5229050BF}"/>
          </ac:picMkLst>
        </pc:picChg>
      </pc:sldChg>
      <pc:sldChg chg="modTransition">
        <pc:chgData name="Bushra Alharbi" userId="1ebed99a325c552f" providerId="LiveId" clId="{7E9390C9-CE98-4490-B8F4-5B736AED1368}" dt="2026-09-29T12:17:19.674" v="1394"/>
        <pc:sldMkLst>
          <pc:docMk/>
          <pc:sldMk cId="0" sldId="305"/>
        </pc:sldMkLst>
      </pc:sldChg>
      <pc:sldMasterChg chg="addSp modSp mod modTransition modSldLayout">
        <pc:chgData name="Bushra Alharbi" userId="1ebed99a325c552f" providerId="LiveId" clId="{7E9390C9-CE98-4490-B8F4-5B736AED1368}" dt="2026-09-29T12:17:19.674" v="1394"/>
        <pc:sldMasterMkLst>
          <pc:docMk/>
          <pc:sldMasterMk cId="2209977519" sldId="2147483648"/>
        </pc:sldMasterMkLst>
        <pc:spChg chg="mod">
          <ac:chgData name="Bushra Alharbi" userId="1ebed99a325c552f" providerId="LiveId" clId="{7E9390C9-CE98-4490-B8F4-5B736AED1368}" dt="2026-09-29T12:15:08.434" v="1393" actId="2711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15:08.434" v="1393" actId="2711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15:08.434" v="1393" actId="2711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15:08.434" v="1393" actId="2711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Bushra Alharbi" userId="1ebed99a325c552f" providerId="LiveId" clId="{7E9390C9-CE98-4490-B8F4-5B736AED1368}" dt="2026-09-29T12:15:08.434" v="1393" actId="2711"/>
          <ac:spMkLst>
            <pc:docMk/>
            <pc:sldMasterMk cId="2209977519" sldId="2147483648"/>
            <ac:spMk id="6" creationId="{00000000-0000-0000-0000-000000000000}"/>
          </ac:spMkLst>
        </pc:spChg>
        <pc:picChg chg="add mod">
          <ac:chgData name="Bushra Alharbi" userId="1ebed99a325c552f" providerId="LiveId" clId="{7E9390C9-CE98-4490-B8F4-5B736AED1368}" dt="2026-09-29T12:15:08.434" v="1393" actId="2711"/>
          <ac:picMkLst>
            <pc:docMk/>
            <pc:sldMasterMk cId="2209977519" sldId="2147483648"/>
            <ac:picMk id="8" creationId="{0E9DBE1F-B3CA-CB92-CCBC-3D350B39CE4A}"/>
          </ac:picMkLst>
        </pc:picChg>
        <pc:sldLayoutChg chg="modSp mod modTransition">
          <pc:chgData name="Bushra Alharbi" userId="1ebed99a325c552f" providerId="LiveId" clId="{7E9390C9-CE98-4490-B8F4-5B736AED1368}" dt="2026-09-29T12:17:19.674" v="1394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Bushra Alharbi" userId="1ebed99a325c552f" providerId="LiveId" clId="{7E9390C9-CE98-4490-B8F4-5B736AED1368}" dt="2026-09-29T12:14:57.873" v="1392" actId="2711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</pc:sldLayoutChg>
        <pc:sldLayoutChg chg="modTransition">
          <pc:chgData name="Bushra Alharbi" userId="1ebed99a325c552f" providerId="LiveId" clId="{7E9390C9-CE98-4490-B8F4-5B736AED1368}" dt="2026-09-29T12:17:19.674" v="1394"/>
          <pc:sldLayoutMkLst>
            <pc:docMk/>
            <pc:sldMasterMk cId="2209977519" sldId="2147483648"/>
            <pc:sldLayoutMk cId="2614314258" sldId="2147483650"/>
          </pc:sldLayoutMkLst>
        </pc:sldLayoutChg>
        <pc:sldLayoutChg chg="modTransition">
          <pc:chgData name="Bushra Alharbi" userId="1ebed99a325c552f" providerId="LiveId" clId="{7E9390C9-CE98-4490-B8F4-5B736AED1368}" dt="2026-09-29T12:17:19.674" v="1394"/>
          <pc:sldLayoutMkLst>
            <pc:docMk/>
            <pc:sldMasterMk cId="2209977519" sldId="2147483648"/>
            <pc:sldLayoutMk cId="960648375" sldId="2147483651"/>
          </pc:sldLayoutMkLst>
        </pc:sldLayoutChg>
        <pc:sldLayoutChg chg="modTransition">
          <pc:chgData name="Bushra Alharbi" userId="1ebed99a325c552f" providerId="LiveId" clId="{7E9390C9-CE98-4490-B8F4-5B736AED1368}" dt="2026-09-29T12:17:19.674" v="1394"/>
          <pc:sldLayoutMkLst>
            <pc:docMk/>
            <pc:sldMasterMk cId="2209977519" sldId="2147483648"/>
            <pc:sldLayoutMk cId="2782244947" sldId="2147483652"/>
          </pc:sldLayoutMkLst>
        </pc:sldLayoutChg>
        <pc:sldLayoutChg chg="modTransition">
          <pc:chgData name="Bushra Alharbi" userId="1ebed99a325c552f" providerId="LiveId" clId="{7E9390C9-CE98-4490-B8F4-5B736AED1368}" dt="2026-09-29T12:17:19.674" v="1394"/>
          <pc:sldLayoutMkLst>
            <pc:docMk/>
            <pc:sldMasterMk cId="2209977519" sldId="2147483648"/>
            <pc:sldLayoutMk cId="990158736" sldId="2147483653"/>
          </pc:sldLayoutMkLst>
        </pc:sldLayoutChg>
        <pc:sldLayoutChg chg="modTransition">
          <pc:chgData name="Bushra Alharbi" userId="1ebed99a325c552f" providerId="LiveId" clId="{7E9390C9-CE98-4490-B8F4-5B736AED1368}" dt="2026-09-29T12:17:19.674" v="1394"/>
          <pc:sldLayoutMkLst>
            <pc:docMk/>
            <pc:sldMasterMk cId="2209977519" sldId="2147483648"/>
            <pc:sldLayoutMk cId="727027711" sldId="2147483654"/>
          </pc:sldLayoutMkLst>
        </pc:sldLayoutChg>
        <pc:sldLayoutChg chg="modSp mod modTransition">
          <pc:chgData name="Bushra Alharbi" userId="1ebed99a325c552f" providerId="LiveId" clId="{7E9390C9-CE98-4490-B8F4-5B736AED1368}" dt="2026-09-29T12:17:19.674" v="1394"/>
          <pc:sldLayoutMkLst>
            <pc:docMk/>
            <pc:sldMasterMk cId="2209977519" sldId="2147483648"/>
            <pc:sldLayoutMk cId="1212999818" sldId="2147483655"/>
          </pc:sldLayoutMkLst>
          <pc:spChg chg="mod">
            <ac:chgData name="Bushra Alharbi" userId="1ebed99a325c552f" providerId="LiveId" clId="{7E9390C9-CE98-4490-B8F4-5B736AED1368}" dt="2026-09-29T11:32:30.240" v="1224" actId="2711"/>
            <ac:spMkLst>
              <pc:docMk/>
              <pc:sldMasterMk cId="2209977519" sldId="2147483648"/>
              <pc:sldLayoutMk cId="1212999818" sldId="2147483655"/>
              <ac:spMk id="2" creationId="{00000000-0000-0000-0000-000000000000}"/>
            </ac:spMkLst>
          </pc:spChg>
          <pc:spChg chg="mod">
            <ac:chgData name="Bushra Alharbi" userId="1ebed99a325c552f" providerId="LiveId" clId="{7E9390C9-CE98-4490-B8F4-5B736AED1368}" dt="2026-09-29T11:32:30.240" v="1224" actId="2711"/>
            <ac:spMkLst>
              <pc:docMk/>
              <pc:sldMasterMk cId="2209977519" sldId="2147483648"/>
              <pc:sldLayoutMk cId="1212999818" sldId="2147483655"/>
              <ac:spMk id="3" creationId="{00000000-0000-0000-0000-000000000000}"/>
            </ac:spMkLst>
          </pc:spChg>
          <pc:spChg chg="mod">
            <ac:chgData name="Bushra Alharbi" userId="1ebed99a325c552f" providerId="LiveId" clId="{7E9390C9-CE98-4490-B8F4-5B736AED1368}" dt="2026-09-29T11:32:30.240" v="1224" actId="2711"/>
            <ac:spMkLst>
              <pc:docMk/>
              <pc:sldMasterMk cId="2209977519" sldId="2147483648"/>
              <pc:sldLayoutMk cId="1212999818" sldId="2147483655"/>
              <ac:spMk id="4" creationId="{00000000-0000-0000-0000-000000000000}"/>
            </ac:spMkLst>
          </pc:spChg>
        </pc:sldLayoutChg>
        <pc:sldLayoutChg chg="modSp mod modTransition">
          <pc:chgData name="Bushra Alharbi" userId="1ebed99a325c552f" providerId="LiveId" clId="{7E9390C9-CE98-4490-B8F4-5B736AED1368}" dt="2026-09-29T12:17:19.674" v="1394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Bushra Alharbi" userId="1ebed99a325c552f" providerId="LiveId" clId="{7E9390C9-CE98-4490-B8F4-5B736AED1368}" dt="2026-09-29T11:32:12.340" v="1222" actId="2711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Bushra Alharbi" userId="1ebed99a325c552f" providerId="LiveId" clId="{7E9390C9-CE98-4490-B8F4-5B736AED1368}" dt="2026-09-29T11:32:12.340" v="1222" actId="2711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Bushra Alharbi" userId="1ebed99a325c552f" providerId="LiveId" clId="{7E9390C9-CE98-4490-B8F4-5B736AED1368}" dt="2026-09-29T11:32:12.340" v="1222" actId="2711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  <pc:spChg chg="mod">
            <ac:chgData name="Bushra Alharbi" userId="1ebed99a325c552f" providerId="LiveId" clId="{7E9390C9-CE98-4490-B8F4-5B736AED1368}" dt="2026-09-29T11:32:12.340" v="1222" actId="2711"/>
            <ac:spMkLst>
              <pc:docMk/>
              <pc:sldMasterMk cId="2209977519" sldId="2147483648"/>
              <pc:sldLayoutMk cId="1840726560" sldId="2147483656"/>
              <ac:spMk id="5" creationId="{00000000-0000-0000-0000-000000000000}"/>
            </ac:spMkLst>
          </pc:spChg>
          <pc:spChg chg="mod">
            <ac:chgData name="Bushra Alharbi" userId="1ebed99a325c552f" providerId="LiveId" clId="{7E9390C9-CE98-4490-B8F4-5B736AED1368}" dt="2026-09-29T11:32:12.340" v="1222" actId="2711"/>
            <ac:spMkLst>
              <pc:docMk/>
              <pc:sldMasterMk cId="2209977519" sldId="2147483648"/>
              <pc:sldLayoutMk cId="1840726560" sldId="2147483656"/>
              <ac:spMk id="6" creationId="{00000000-0000-0000-0000-000000000000}"/>
            </ac:spMkLst>
          </pc:spChg>
          <pc:spChg chg="mod">
            <ac:chgData name="Bushra Alharbi" userId="1ebed99a325c552f" providerId="LiveId" clId="{7E9390C9-CE98-4490-B8F4-5B736AED1368}" dt="2026-09-29T11:32:12.340" v="1222" actId="2711"/>
            <ac:spMkLst>
              <pc:docMk/>
              <pc:sldMasterMk cId="2209977519" sldId="2147483648"/>
              <pc:sldLayoutMk cId="1840726560" sldId="2147483656"/>
              <ac:spMk id="7" creationId="{00000000-0000-0000-0000-000000000000}"/>
            </ac:spMkLst>
          </pc:spChg>
        </pc:sldLayoutChg>
        <pc:sldLayoutChg chg="modSp mod modTransition">
          <pc:chgData name="Bushra Alharbi" userId="1ebed99a325c552f" providerId="LiveId" clId="{7E9390C9-CE98-4490-B8F4-5B736AED1368}" dt="2026-09-29T12:17:19.674" v="1394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Bushra Alharbi" userId="1ebed99a325c552f" providerId="LiveId" clId="{7E9390C9-CE98-4490-B8F4-5B736AED1368}" dt="2026-09-29T11:32:40.194" v="1225" actId="2711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Bushra Alharbi" userId="1ebed99a325c552f" providerId="LiveId" clId="{7E9390C9-CE98-4490-B8F4-5B736AED1368}" dt="2026-09-29T11:32:40.194" v="1225" actId="2711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Bushra Alharbi" userId="1ebed99a325c552f" providerId="LiveId" clId="{7E9390C9-CE98-4490-B8F4-5B736AED1368}" dt="2026-09-29T11:32:40.194" v="1225" actId="2711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  <pc:spChg chg="mod">
            <ac:chgData name="Bushra Alharbi" userId="1ebed99a325c552f" providerId="LiveId" clId="{7E9390C9-CE98-4490-B8F4-5B736AED1368}" dt="2026-09-29T11:32:40.194" v="1225" actId="2711"/>
            <ac:spMkLst>
              <pc:docMk/>
              <pc:sldMasterMk cId="2209977519" sldId="2147483648"/>
              <pc:sldLayoutMk cId="3889236939" sldId="2147483657"/>
              <ac:spMk id="5" creationId="{00000000-0000-0000-0000-000000000000}"/>
            </ac:spMkLst>
          </pc:spChg>
          <pc:spChg chg="mod">
            <ac:chgData name="Bushra Alharbi" userId="1ebed99a325c552f" providerId="LiveId" clId="{7E9390C9-CE98-4490-B8F4-5B736AED1368}" dt="2026-09-29T11:32:40.194" v="1225" actId="2711"/>
            <ac:spMkLst>
              <pc:docMk/>
              <pc:sldMasterMk cId="2209977519" sldId="2147483648"/>
              <pc:sldLayoutMk cId="3889236939" sldId="2147483657"/>
              <ac:spMk id="6" creationId="{00000000-0000-0000-0000-000000000000}"/>
            </ac:spMkLst>
          </pc:spChg>
          <pc:spChg chg="mod">
            <ac:chgData name="Bushra Alharbi" userId="1ebed99a325c552f" providerId="LiveId" clId="{7E9390C9-CE98-4490-B8F4-5B736AED1368}" dt="2026-09-29T11:32:40.194" v="1225" actId="2711"/>
            <ac:spMkLst>
              <pc:docMk/>
              <pc:sldMasterMk cId="2209977519" sldId="2147483648"/>
              <pc:sldLayoutMk cId="3889236939" sldId="2147483657"/>
              <ac:spMk id="7" creationId="{00000000-0000-0000-0000-000000000000}"/>
            </ac:spMkLst>
          </pc:spChg>
        </pc:sldLayoutChg>
        <pc:sldLayoutChg chg="modSp mod modTransition">
          <pc:chgData name="Bushra Alharbi" userId="1ebed99a325c552f" providerId="LiveId" clId="{7E9390C9-CE98-4490-B8F4-5B736AED1368}" dt="2026-09-29T12:17:19.674" v="1394"/>
          <pc:sldLayoutMkLst>
            <pc:docMk/>
            <pc:sldMasterMk cId="2209977519" sldId="2147483648"/>
            <pc:sldLayoutMk cId="2910927964" sldId="2147483658"/>
          </pc:sldLayoutMkLst>
          <pc:spChg chg="mod">
            <ac:chgData name="Bushra Alharbi" userId="1ebed99a325c552f" providerId="LiveId" clId="{7E9390C9-CE98-4490-B8F4-5B736AED1368}" dt="2026-09-29T11:33:00.101" v="1226" actId="2711"/>
            <ac:spMkLst>
              <pc:docMk/>
              <pc:sldMasterMk cId="2209977519" sldId="2147483648"/>
              <pc:sldLayoutMk cId="2910927964" sldId="2147483658"/>
              <ac:spMk id="3" creationId="{00000000-0000-0000-0000-000000000000}"/>
            </ac:spMkLst>
          </pc:spChg>
        </pc:sldLayoutChg>
        <pc:sldLayoutChg chg="modSp mod modTransition">
          <pc:chgData name="Bushra Alharbi" userId="1ebed99a325c552f" providerId="LiveId" clId="{7E9390C9-CE98-4490-B8F4-5B736AED1368}" dt="2026-09-29T12:17:19.674" v="1394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Bushra Alharbi" userId="1ebed99a325c552f" providerId="LiveId" clId="{7E9390C9-CE98-4490-B8F4-5B736AED1368}" dt="2026-09-29T11:33:09.428" v="1227" actId="2711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>
            <a:extLst>
              <a:ext uri="{FF2B5EF4-FFF2-40B4-BE49-F238E27FC236}">
                <a16:creationId xmlns:a16="http://schemas.microsoft.com/office/drawing/2014/main" id="{B5D9A035-3227-9E38-3FA5-E442E36F10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C373D77C-040F-FD4A-3DB8-94F31CEC05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7624C2C-5C60-4A46-A005-8762C8BDA637}" type="datetimeFigureOut">
              <a:rPr lang="ar-SA" smtClean="0"/>
              <a:t>17/04/48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E156B88C-2003-054D-FC58-928B0C8E15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334E3A1E-F73E-3708-FC46-40285CBB91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0022E7B-BC56-4A66-B47E-A288BE6875F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64262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214E4C62-C4D0-44C2-BDD8-93EA5DCAF9D9}" type="datetimeFigureOut">
              <a:rPr lang="ar-SA" smtClean="0"/>
              <a:t>17/04/48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D8756D1-56F2-4A9C-8707-358728350D9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69289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756D1-56F2-4A9C-8707-358728350D95}" type="slidenum">
              <a:rPr lang="ar-SA" smtClean="0"/>
              <a:t>35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75258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756D1-56F2-4A9C-8707-358728350D95}" type="slidenum">
              <a:rPr lang="ar-SA" smtClean="0"/>
              <a:t>41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80359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cs typeface="+mn-cs"/>
              </a:defRPr>
            </a:lvl1pPr>
            <a:lvl2pPr>
              <a:defRPr sz="2800">
                <a:cs typeface="+mn-cs"/>
              </a:defRPr>
            </a:lvl2pPr>
            <a:lvl3pPr>
              <a:defRPr sz="2400">
                <a:cs typeface="+mn-cs"/>
              </a:defRPr>
            </a:lvl3pPr>
            <a:lvl4pPr>
              <a:defRPr sz="2000">
                <a:cs typeface="+mn-cs"/>
              </a:defRPr>
            </a:lvl4pPr>
            <a:lvl5pPr>
              <a:defRPr sz="2000">
                <a:cs typeface="+mn-cs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>
                <a:cs typeface="+mn-cs"/>
              </a:defRPr>
            </a:lvl1pPr>
            <a:lvl2pPr>
              <a:defRPr>
                <a:cs typeface="+mn-cs"/>
              </a:defRPr>
            </a:lvl2pPr>
            <a:lvl3pPr>
              <a:defRPr>
                <a:cs typeface="+mn-cs"/>
              </a:defRPr>
            </a:lvl3pPr>
            <a:lvl4pPr>
              <a:defRPr>
                <a:cs typeface="+mn-cs"/>
              </a:defRPr>
            </a:lvl4pPr>
            <a:lvl5pPr>
              <a:defRPr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</a:lstStyle>
          <a:p>
            <a:fld id="{5BCAD085-E8A6-8845-BD4E-CB4CCA059FC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0E9DBE1F-B3CA-CB92-CCBC-3D350B39CE4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</a:blip>
          <a:stretch>
            <a:fillRect/>
          </a:stretch>
        </p:blipFill>
        <p:spPr>
          <a:xfrm>
            <a:off x="10180320" y="0"/>
            <a:ext cx="2011680" cy="45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raditional Arabic" panose="02020603050405020304" pitchFamily="18" charset="-78"/>
          <a:ea typeface="+mj-ea"/>
          <a:cs typeface="Traditional Arabic" panose="02020603050405020304" pitchFamily="18" charset="-78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raditional Arabic" panose="02020603050405020304" pitchFamily="18" charset="-78"/>
          <a:ea typeface="+mn-ea"/>
          <a:cs typeface="Traditional Arabic" panose="02020603050405020304" pitchFamily="18" charset="-78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raditional Arabic" panose="02020603050405020304" pitchFamily="18" charset="-78"/>
          <a:ea typeface="+mn-ea"/>
          <a:cs typeface="Traditional Arabic" panose="02020603050405020304" pitchFamily="18" charset="-78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raditional Arabic" panose="02020603050405020304" pitchFamily="18" charset="-78"/>
          <a:ea typeface="+mn-ea"/>
          <a:cs typeface="Traditional Arabic" panose="02020603050405020304" pitchFamily="18" charset="-78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raditional Arabic" panose="02020603050405020304" pitchFamily="18" charset="-78"/>
          <a:ea typeface="+mn-ea"/>
          <a:cs typeface="Traditional Arabic" panose="02020603050405020304" pitchFamily="18" charset="-78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raditional Arabic" panose="02020603050405020304" pitchFamily="18" charset="-78"/>
          <a:ea typeface="+mn-ea"/>
          <a:cs typeface="Traditional Arabic" panose="02020603050405020304" pitchFamily="18" charset="-78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50659" y="4855703"/>
            <a:ext cx="2228274" cy="515649"/>
          </a:xfrm>
          <a:prstGeom prst="roundRect">
            <a:avLst>
              <a:gd name="adj" fmla="val 1714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raditional Arabic" panose="02020603050405020304" pitchFamily="18" charset="-7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5590" y="2400048"/>
            <a:ext cx="11251406" cy="636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4400" b="1" i="0" u="none" dirty="0" err="1">
                <a:solidFill>
                  <a:srgbClr val="FFFFFF"/>
                </a:solidFill>
                <a:latin typeface="Traditional Arabic" panose="02020603050405020304" pitchFamily="18" charset="-78"/>
              </a:rPr>
              <a:t>المدرسة</a:t>
            </a:r>
            <a:r>
              <a:rPr sz="4400" b="1" i="0" u="none" dirty="0">
                <a:solidFill>
                  <a:srgbClr val="FFFFFF"/>
                </a:solidFill>
                <a:latin typeface="Traditional Arabic" panose="02020603050405020304" pitchFamily="18" charset="-78"/>
              </a:rPr>
              <a:t> </a:t>
            </a:r>
            <a:r>
              <a:rPr sz="4400" b="1" i="0" u="none" dirty="0" err="1">
                <a:solidFill>
                  <a:srgbClr val="FFFFFF"/>
                </a:solidFill>
                <a:latin typeface="Traditional Arabic" panose="02020603050405020304" pitchFamily="18" charset="-78"/>
              </a:rPr>
              <a:t>الحديثة</a:t>
            </a:r>
            <a:r>
              <a:rPr sz="4400" b="1" i="0" u="none" dirty="0">
                <a:solidFill>
                  <a:srgbClr val="FFFFFF"/>
                </a:solidFill>
                <a:latin typeface="Traditional Arabic" panose="02020603050405020304" pitchFamily="18" charset="-78"/>
              </a:rPr>
              <a:t> </a:t>
            </a:r>
            <a:r>
              <a:rPr sz="4400" b="1" i="0" u="none" dirty="0" err="1">
                <a:solidFill>
                  <a:srgbClr val="FFFFFF"/>
                </a:solidFill>
                <a:latin typeface="Traditional Arabic" panose="02020603050405020304" pitchFamily="18" charset="-78"/>
              </a:rPr>
              <a:t>في</a:t>
            </a:r>
            <a:r>
              <a:rPr sz="4400" b="1" i="0" u="none" dirty="0">
                <a:solidFill>
                  <a:srgbClr val="FFFFFF"/>
                </a:solidFill>
                <a:latin typeface="Traditional Arabic" panose="02020603050405020304" pitchFamily="18" charset="-78"/>
              </a:rPr>
              <a:t> </a:t>
            </a:r>
            <a:r>
              <a:rPr sz="4400" b="1" i="0" u="none" dirty="0" err="1">
                <a:solidFill>
                  <a:srgbClr val="FFFFFF"/>
                </a:solidFill>
                <a:latin typeface="Traditional Arabic" panose="02020603050405020304" pitchFamily="18" charset="-78"/>
              </a:rPr>
              <a:t>الإدارة</a:t>
            </a:r>
            <a:r>
              <a:rPr sz="4400" b="1" i="0" u="none" dirty="0">
                <a:solidFill>
                  <a:srgbClr val="FFFFFF"/>
                </a:solidFill>
                <a:latin typeface="Traditional Arabic" panose="02020603050405020304" pitchFamily="18" charset="-78"/>
              </a:rPr>
              <a:t> </a:t>
            </a:r>
            <a:r>
              <a:rPr sz="4400" b="1" i="0" u="none" dirty="0" err="1">
                <a:solidFill>
                  <a:srgbClr val="FFFFFF"/>
                </a:solidFill>
                <a:latin typeface="Traditional Arabic" panose="02020603050405020304" pitchFamily="18" charset="-78"/>
              </a:rPr>
              <a:t>وأبرز</a:t>
            </a:r>
            <a:r>
              <a:rPr sz="4400" b="1" i="0" u="none" dirty="0">
                <a:solidFill>
                  <a:srgbClr val="FFFFFF"/>
                </a:solidFill>
                <a:latin typeface="Traditional Arabic" panose="02020603050405020304" pitchFamily="18" charset="-78"/>
              </a:rPr>
              <a:t> </a:t>
            </a:r>
            <a:r>
              <a:rPr sz="4400" b="1" i="0" u="none" dirty="0" err="1">
                <a:solidFill>
                  <a:srgbClr val="FFFFFF"/>
                </a:solidFill>
                <a:latin typeface="Traditional Arabic" panose="02020603050405020304" pitchFamily="18" charset="-78"/>
              </a:rPr>
              <a:t>نظرياتها</a:t>
            </a:r>
            <a:endParaRPr sz="4400" b="1" i="0" u="none" dirty="0">
              <a:solidFill>
                <a:srgbClr val="FFFFFF"/>
              </a:solidFill>
              <a:latin typeface="Traditional Arabic" panose="02020603050405020304" pitchFamily="18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86473" y="3186332"/>
            <a:ext cx="724878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 dirty="0" err="1">
                <a:solidFill>
                  <a:srgbClr val="94A3B8"/>
                </a:solidFill>
                <a:latin typeface="Traditional Arabic" panose="02020603050405020304" pitchFamily="18" charset="-78"/>
              </a:rPr>
              <a:t>دراسة</a:t>
            </a:r>
            <a:r>
              <a:rPr sz="2400" b="0" i="0" u="none" dirty="0">
                <a:solidFill>
                  <a:srgbClr val="94A3B8"/>
                </a:solidFill>
                <a:latin typeface="Traditional Arabic" panose="02020603050405020304" pitchFamily="18" charset="-78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raditional Arabic" panose="02020603050405020304" pitchFamily="18" charset="-78"/>
              </a:rPr>
              <a:t>تحليليّة</a:t>
            </a:r>
            <a:r>
              <a:rPr sz="2400" b="0" i="0" u="none" dirty="0">
                <a:solidFill>
                  <a:srgbClr val="94A3B8"/>
                </a:solidFill>
                <a:latin typeface="Traditional Arabic" panose="02020603050405020304" pitchFamily="18" charset="-78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raditional Arabic" panose="02020603050405020304" pitchFamily="18" charset="-78"/>
              </a:rPr>
              <a:t>لنظرية</a:t>
            </a:r>
            <a:r>
              <a:rPr sz="2400" b="0" i="0" u="none" dirty="0">
                <a:solidFill>
                  <a:srgbClr val="94A3B8"/>
                </a:solidFill>
                <a:latin typeface="Traditional Arabic" panose="02020603050405020304" pitchFamily="18" charset="-78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raditional Arabic" panose="02020603050405020304" pitchFamily="18" charset="-78"/>
              </a:rPr>
              <a:t>النظم</a:t>
            </a:r>
            <a:r>
              <a:rPr sz="2400" b="0" i="0" u="none" dirty="0">
                <a:solidFill>
                  <a:srgbClr val="94A3B8"/>
                </a:solidFill>
                <a:latin typeface="Traditional Arabic" panose="02020603050405020304" pitchFamily="18" charset="-78"/>
              </a:rPr>
              <a:t>، </a:t>
            </a:r>
            <a:r>
              <a:rPr sz="2400" b="0" i="0" u="none" dirty="0" err="1">
                <a:solidFill>
                  <a:srgbClr val="94A3B8"/>
                </a:solidFill>
                <a:latin typeface="Traditional Arabic" panose="02020603050405020304" pitchFamily="18" charset="-78"/>
              </a:rPr>
              <a:t>والإدارة</a:t>
            </a:r>
            <a:r>
              <a:rPr sz="2400" b="0" i="0" u="none" dirty="0">
                <a:solidFill>
                  <a:srgbClr val="94A3B8"/>
                </a:solidFill>
                <a:latin typeface="Traditional Arabic" panose="02020603050405020304" pitchFamily="18" charset="-78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raditional Arabic" panose="02020603050405020304" pitchFamily="18" charset="-78"/>
              </a:rPr>
              <a:t>بالأهداف</a:t>
            </a:r>
            <a:r>
              <a:rPr sz="2400" b="0" i="0" u="none" dirty="0">
                <a:solidFill>
                  <a:srgbClr val="94A3B8"/>
                </a:solidFill>
                <a:latin typeface="Traditional Arabic" panose="02020603050405020304" pitchFamily="18" charset="-78"/>
              </a:rPr>
              <a:t>، </a:t>
            </a:r>
            <a:r>
              <a:rPr sz="2400" b="0" i="0" u="none" dirty="0" err="1">
                <a:solidFill>
                  <a:srgbClr val="94A3B8"/>
                </a:solidFill>
                <a:latin typeface="Traditional Arabic" panose="02020603050405020304" pitchFamily="18" charset="-78"/>
              </a:rPr>
              <a:t>والهندرة</a:t>
            </a:r>
            <a:r>
              <a:rPr sz="2400" b="0" i="0" u="none" dirty="0">
                <a:solidFill>
                  <a:srgbClr val="94A3B8"/>
                </a:solidFill>
                <a:latin typeface="Traditional Arabic" panose="02020603050405020304" pitchFamily="18" charset="-78"/>
              </a:rPr>
              <a:t>، </a:t>
            </a:r>
            <a:r>
              <a:rPr sz="2400" b="0" i="0" u="none" dirty="0" err="1">
                <a:solidFill>
                  <a:srgbClr val="94A3B8"/>
                </a:solidFill>
                <a:latin typeface="Traditional Arabic" panose="02020603050405020304" pitchFamily="18" charset="-78"/>
              </a:rPr>
              <a:t>والنظرية</a:t>
            </a:r>
            <a:r>
              <a:rPr sz="2400" b="0" i="0" u="none" dirty="0">
                <a:solidFill>
                  <a:srgbClr val="94A3B8"/>
                </a:solidFill>
                <a:latin typeface="Traditional Arabic" panose="02020603050405020304" pitchFamily="18" charset="-78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raditional Arabic" panose="02020603050405020304" pitchFamily="18" charset="-78"/>
              </a:rPr>
              <a:t>اليابانية</a:t>
            </a:r>
            <a:endParaRPr sz="2400" b="0" i="0" u="none" dirty="0">
              <a:solidFill>
                <a:srgbClr val="94A3B8"/>
              </a:solidFill>
              <a:latin typeface="Traditional Arabic" panose="02020603050405020304" pitchFamily="18" charset="-7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50659" y="4975029"/>
            <a:ext cx="234990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 err="1">
                <a:solidFill>
                  <a:srgbClr val="FFFFFF"/>
                </a:solidFill>
                <a:latin typeface="Traditional Arabic" panose="02020603050405020304" pitchFamily="18" charset="-78"/>
              </a:rPr>
              <a:t>إعداد</a:t>
            </a:r>
            <a:r>
              <a:rPr b="1" i="0" u="none" dirty="0">
                <a:solidFill>
                  <a:srgbClr val="FFFFFF"/>
                </a:solidFill>
                <a:latin typeface="Traditional Arabic" panose="02020603050405020304" pitchFamily="18" charset="-78"/>
              </a:rPr>
              <a:t> </a:t>
            </a:r>
            <a:r>
              <a:rPr lang="ar-SA" b="1" i="0" u="none" dirty="0">
                <a:solidFill>
                  <a:srgbClr val="FFFFFF"/>
                </a:solidFill>
                <a:latin typeface="Traditional Arabic" panose="02020603050405020304" pitchFamily="18" charset="-78"/>
              </a:rPr>
              <a:t>وتقديم: بشرى الحربي</a:t>
            </a:r>
            <a:endParaRPr b="1" i="0" u="none" dirty="0">
              <a:solidFill>
                <a:srgbClr val="FFFFFF"/>
              </a:solidFill>
              <a:latin typeface="Traditional Arabic" panose="02020603050405020304" pitchFamily="18" charset="-78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7E8FC68F-7297-855F-534C-FE09F247A337}"/>
              </a:ext>
            </a:extLst>
          </p:cNvPr>
          <p:cNvSpPr txBox="1"/>
          <p:nvPr/>
        </p:nvSpPr>
        <p:spPr>
          <a:xfrm>
            <a:off x="4355689" y="6081993"/>
            <a:ext cx="291034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000" dirty="0">
                <a:solidFill>
                  <a:schemeClr val="bg1"/>
                </a:solidFill>
              </a:rPr>
              <a:t>بإشراف الدكتورة: آلاء نواز</a:t>
            </a:r>
          </a:p>
          <a:p>
            <a:pPr algn="ctr"/>
            <a:endParaRPr lang="ar-SA" sz="2000" dirty="0">
              <a:solidFill>
                <a:schemeClr val="bg1"/>
              </a:solidFill>
            </a:endParaRPr>
          </a:p>
        </p:txBody>
      </p:sp>
      <p:sp>
        <p:nvSpPr>
          <p:cNvPr id="10" name="مربع نص 9">
            <a:extLst>
              <a:ext uri="{FF2B5EF4-FFF2-40B4-BE49-F238E27FC236}">
                <a16:creationId xmlns:a16="http://schemas.microsoft.com/office/drawing/2014/main" id="{D13CDFBD-4790-6CFD-2AD5-EEF1DC234009}"/>
              </a:ext>
            </a:extLst>
          </p:cNvPr>
          <p:cNvSpPr txBox="1"/>
          <p:nvPr/>
        </p:nvSpPr>
        <p:spPr>
          <a:xfrm>
            <a:off x="3905694" y="511277"/>
            <a:ext cx="4068267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800" dirty="0">
                <a:solidFill>
                  <a:schemeClr val="bg1"/>
                </a:solidFill>
              </a:rPr>
              <a:t>نظريات القيادة التعليمية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EDAD-620</a:t>
            </a:r>
            <a:endParaRPr lang="ar-SA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47735" y="1619807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>
              <a:latin typeface="Traditional Arabic" panose="02020603050405020304" pitchFamily="18" charset="-78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47735" y="4003145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>
              <a:latin typeface="Traditional Arabic" panose="02020603050405020304" pitchFamily="18" charset="-78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935" y="1867118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222" y="3127392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2935" y="4387666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70958" y="832512"/>
            <a:ext cx="3175549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sz="24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نشأة</a:t>
            </a:r>
            <a:r>
              <a:rPr sz="2400" b="1" i="0" u="none" dirty="0">
                <a:solidFill>
                  <a:srgbClr val="0F172A"/>
                </a:solidFill>
                <a:latin typeface="Traditional Arabic" panose="02020603050405020304" pitchFamily="18" charset="-78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المدرسة</a:t>
            </a:r>
            <a:r>
              <a:rPr sz="2400" b="1" i="0" u="none" dirty="0">
                <a:solidFill>
                  <a:srgbClr val="0F172A"/>
                </a:solidFill>
                <a:latin typeface="Traditional Arabic" panose="02020603050405020304" pitchFamily="18" charset="-78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الحديثة</a:t>
            </a:r>
            <a:r>
              <a:rPr sz="2400" b="1" i="0" u="none" dirty="0">
                <a:solidFill>
                  <a:srgbClr val="0F172A"/>
                </a:solidFill>
                <a:latin typeface="Traditional Arabic" panose="02020603050405020304" pitchFamily="18" charset="-78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في</a:t>
            </a:r>
            <a:r>
              <a:rPr sz="2400" b="1" i="0" u="none" dirty="0">
                <a:solidFill>
                  <a:srgbClr val="0F172A"/>
                </a:solidFill>
                <a:latin typeface="Traditional Arabic" panose="02020603050405020304" pitchFamily="18" charset="-78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الإدارة</a:t>
            </a:r>
            <a:endParaRPr sz="2400" b="1" i="0" u="none" dirty="0">
              <a:solidFill>
                <a:srgbClr val="0F172A"/>
              </a:solidFill>
              <a:latin typeface="Traditional Arabic" panose="02020603050405020304" pitchFamily="18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08899" y="1879639"/>
            <a:ext cx="1832233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التحول</a:t>
            </a:r>
            <a:r>
              <a:rPr sz="1500" b="1" i="0" u="none" dirty="0">
                <a:solidFill>
                  <a:srgbClr val="0F172A"/>
                </a:solidFill>
                <a:latin typeface="Traditional Arabic" panose="02020603050405020304" pitchFamily="18" charset="-78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الصناعي</a:t>
            </a:r>
            <a:r>
              <a:rPr sz="1500" b="1" i="0" u="none" dirty="0">
                <a:solidFill>
                  <a:srgbClr val="0F172A"/>
                </a:solidFill>
                <a:latin typeface="Traditional Arabic" panose="02020603050405020304" pitchFamily="18" charset="-78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والتكنولوجي</a:t>
            </a:r>
            <a:endParaRPr sz="1500" b="1" i="0" u="none" dirty="0">
              <a:solidFill>
                <a:srgbClr val="0F172A"/>
              </a:solidFill>
              <a:latin typeface="Traditional Arabic" panose="02020603050405020304" pitchFamily="18" charset="-7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01077" y="2204605"/>
            <a:ext cx="3067050" cy="500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ظهور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التغيرات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التكنولوجية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السريعة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بعد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منتصف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القرن</a:t>
            </a:r>
            <a:r>
              <a:rPr lang="ar-SA" sz="1350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العشري</a:t>
            </a:r>
            <a:r>
              <a:rPr lang="ar-SA"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ن.</a:t>
            </a:r>
            <a:endParaRPr sz="1350" b="0" i="0" u="none" dirty="0">
              <a:solidFill>
                <a:srgbClr val="334155"/>
              </a:solidFill>
              <a:latin typeface="Traditional Arabic" panose="02020603050405020304" pitchFamily="18" charset="-7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13231" y="3134210"/>
            <a:ext cx="122790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تعقد</a:t>
            </a:r>
            <a:r>
              <a:rPr sz="1500" b="1" i="0" u="none" dirty="0">
                <a:solidFill>
                  <a:srgbClr val="0F172A"/>
                </a:solidFill>
                <a:latin typeface="Traditional Arabic" panose="02020603050405020304" pitchFamily="18" charset="-78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البيئة</a:t>
            </a:r>
            <a:r>
              <a:rPr sz="1500" b="1" i="0" u="none" dirty="0">
                <a:solidFill>
                  <a:srgbClr val="0F172A"/>
                </a:solidFill>
                <a:latin typeface="Traditional Arabic" panose="02020603050405020304" pitchFamily="18" charset="-78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التنظيمية</a:t>
            </a:r>
            <a:endParaRPr sz="1500" b="1" i="0" u="none" dirty="0">
              <a:solidFill>
                <a:srgbClr val="0F172A"/>
              </a:solidFill>
              <a:latin typeface="Traditional Arabic" panose="02020603050405020304" pitchFamily="18" charset="-7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97832" y="3551697"/>
            <a:ext cx="3067050" cy="244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عولمة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الأسواق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وتزايد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المنافسة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العالمية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الشديدة</a:t>
            </a:r>
            <a:r>
              <a:rPr lang="ar-SA" sz="1350" dirty="0">
                <a:solidFill>
                  <a:srgbClr val="334155"/>
                </a:solidFill>
                <a:latin typeface="Traditional Arabic" panose="02020603050405020304" pitchFamily="18" charset="-78"/>
              </a:rPr>
              <a:t>.</a:t>
            </a:r>
            <a:endParaRPr sz="1350" b="0" i="0" u="none" dirty="0">
              <a:solidFill>
                <a:srgbClr val="334155"/>
              </a:solidFill>
              <a:latin typeface="Traditional Arabic" panose="02020603050405020304" pitchFamily="18" charset="-7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36901" y="4387666"/>
            <a:ext cx="140423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 i="0" u="none">
                <a:solidFill>
                  <a:srgbClr val="0F172A"/>
                </a:solidFill>
                <a:latin typeface="Traditional Arabic" panose="02020603050405020304" pitchFamily="18" charset="-78"/>
              </a:rPr>
              <a:t>النظرة الشاملة للإنسان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7832" y="4798635"/>
            <a:ext cx="3067050" cy="244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دعم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الموارد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البشرية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كعنصر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استراتيجي</a:t>
            </a:r>
            <a:r>
              <a:rPr sz="1350" b="0" i="0" u="none" dirty="0">
                <a:solidFill>
                  <a:srgbClr val="334155"/>
                </a:solidFill>
                <a:latin typeface="Traditional Arabic" panose="02020603050405020304" pitchFamily="18" charset="-78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raditional Arabic" panose="02020603050405020304" pitchFamily="18" charset="-78"/>
              </a:rPr>
              <a:t>مستدام</a:t>
            </a:r>
            <a:r>
              <a:rPr lang="ar-SA" sz="1350" dirty="0">
                <a:solidFill>
                  <a:srgbClr val="334155"/>
                </a:solidFill>
                <a:latin typeface="Traditional Arabic" panose="02020603050405020304" pitchFamily="18" charset="-78"/>
              </a:rPr>
              <a:t>.</a:t>
            </a:r>
            <a:endParaRPr sz="1350" b="0" i="0" u="none" dirty="0">
              <a:solidFill>
                <a:srgbClr val="334155"/>
              </a:solidFill>
              <a:latin typeface="Traditional Arabic" panose="02020603050405020304" pitchFamily="18" charset="-7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2460" y="2550124"/>
            <a:ext cx="1524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958379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254" y="3379281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918" y="3868087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4343644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23119" y="723900"/>
            <a:ext cx="3789500" cy="39626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sz="28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الغايات</a:t>
            </a:r>
            <a:r>
              <a:rPr sz="2800" b="1" i="0" u="none" dirty="0">
                <a:solidFill>
                  <a:srgbClr val="0F172A"/>
                </a:solidFill>
                <a:latin typeface="Traditional Arabic" panose="02020603050405020304" pitchFamily="18" charset="-78"/>
              </a:rPr>
              <a:t> </a:t>
            </a:r>
            <a:r>
              <a:rPr sz="28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الرئيسية</a:t>
            </a:r>
            <a:r>
              <a:rPr sz="2800" b="1" i="0" u="none" dirty="0">
                <a:solidFill>
                  <a:srgbClr val="0F172A"/>
                </a:solidFill>
                <a:latin typeface="Traditional Arabic" panose="02020603050405020304" pitchFamily="18" charset="-78"/>
              </a:rPr>
              <a:t> </a:t>
            </a:r>
            <a:r>
              <a:rPr sz="28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للدراسة</a:t>
            </a:r>
            <a:r>
              <a:rPr sz="2800" b="1" i="0" u="none" dirty="0">
                <a:solidFill>
                  <a:srgbClr val="0F172A"/>
                </a:solidFill>
                <a:latin typeface="Traditional Arabic" panose="02020603050405020304" pitchFamily="18" charset="-78"/>
              </a:rPr>
              <a:t> </a:t>
            </a:r>
            <a:r>
              <a:rPr sz="28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</a:rPr>
              <a:t>الإدارية</a:t>
            </a:r>
            <a:endParaRPr sz="2800" b="1" i="0" u="none" dirty="0">
              <a:solidFill>
                <a:srgbClr val="0F172A"/>
              </a:solidFill>
              <a:latin typeface="Traditional Arabic" panose="02020603050405020304" pitchFamily="18" charset="-7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73992" y="2496157"/>
            <a:ext cx="555600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ar-SA" b="1" dirty="0">
                <a:latin typeface="Traditional Arabic" panose="02020603050405020304" pitchFamily="18" charset="-78"/>
              </a:rPr>
              <a:t>فهم الأسس النظريّة</a:t>
            </a:r>
            <a:r>
              <a:rPr lang="ar-SA" dirty="0">
                <a:latin typeface="Traditional Arabic" panose="02020603050405020304" pitchFamily="18" charset="-78"/>
              </a:rPr>
              <a:t> استيعاب مرتكزات الفكر الإداري الحديث وتطور أبعاده.</a:t>
            </a:r>
            <a:endParaRPr lang="en-US" dirty="0">
              <a:latin typeface="Traditional Arabic" panose="02020603050405020304" pitchFamily="18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95074" y="2932433"/>
            <a:ext cx="535883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ar-SA" b="1" dirty="0">
                <a:latin typeface="Traditional Arabic" panose="02020603050405020304" pitchFamily="18" charset="-78"/>
              </a:rPr>
              <a:t>تحليل نظرية النظم:</a:t>
            </a:r>
            <a:r>
              <a:rPr lang="ar-SA" dirty="0">
                <a:latin typeface="Traditional Arabic" panose="02020603050405020304" pitchFamily="18" charset="-78"/>
              </a:rPr>
              <a:t> الاستفادة من النظرة الكلية المفتوحة للأنشطة التنظيمية</a:t>
            </a:r>
            <a:endParaRPr lang="en-US" dirty="0">
              <a:latin typeface="Traditional Arabic" panose="02020603050405020304" pitchFamily="18" charset="-7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6039" y="3353900"/>
            <a:ext cx="510396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ar-SA" b="1" dirty="0">
                <a:latin typeface="Traditional Arabic" panose="02020603050405020304" pitchFamily="18" charset="-78"/>
              </a:rPr>
              <a:t>تطبيق الإدارة بالأهداف:</a:t>
            </a:r>
            <a:r>
              <a:rPr lang="ar-SA" dirty="0">
                <a:latin typeface="Traditional Arabic" panose="02020603050405020304" pitchFamily="18" charset="-78"/>
              </a:rPr>
              <a:t> توجيه الجهود نحو النتائج والإنجازات الفعلية.</a:t>
            </a:r>
            <a:endParaRPr lang="en-US" dirty="0">
              <a:latin typeface="Traditional Arabic" panose="02020603050405020304" pitchFamily="18" charset="-7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40604" y="3829457"/>
            <a:ext cx="458939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ar-SA" b="1" dirty="0">
                <a:latin typeface="Traditional Arabic" panose="02020603050405020304" pitchFamily="18" charset="-78"/>
              </a:rPr>
              <a:t>استكشاف </a:t>
            </a:r>
            <a:r>
              <a:rPr lang="ar-SA" b="1" dirty="0" err="1">
                <a:latin typeface="Traditional Arabic" panose="02020603050405020304" pitchFamily="18" charset="-78"/>
              </a:rPr>
              <a:t>الهندرة</a:t>
            </a:r>
            <a:r>
              <a:rPr lang="ar-SA" b="1" dirty="0">
                <a:latin typeface="Traditional Arabic" panose="02020603050405020304" pitchFamily="18" charset="-78"/>
              </a:rPr>
              <a:t>:</a:t>
            </a:r>
            <a:r>
              <a:rPr lang="ar-SA" dirty="0">
                <a:latin typeface="Traditional Arabic" panose="02020603050405020304" pitchFamily="18" charset="-78"/>
              </a:rPr>
              <a:t> التغيير الجذري لتطوير الأداء ورفع الكفاءة.</a:t>
            </a:r>
            <a:endParaRPr lang="en-US" dirty="0">
              <a:latin typeface="Traditional Arabic" panose="02020603050405020304" pitchFamily="18" charset="-7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01620" y="4296612"/>
            <a:ext cx="53283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ar-SA" b="1" dirty="0">
                <a:latin typeface="Traditional Arabic" panose="02020603050405020304" pitchFamily="18" charset="-78"/>
              </a:rPr>
              <a:t>دراسة النظرية اليابانية:</a:t>
            </a:r>
            <a:r>
              <a:rPr lang="ar-SA" dirty="0">
                <a:latin typeface="Traditional Arabic" panose="02020603050405020304" pitchFamily="18" charset="-78"/>
              </a:rPr>
              <a:t> استلهام التوظيف طويل الأجل والروح الجماعية.</a:t>
            </a:r>
            <a:endParaRPr lang="en-US" dirty="0">
              <a:latin typeface="Traditional Arabic" panose="02020603050405020304" pitchFamily="18" charset="-7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98642" y="2609850"/>
            <a:ext cx="59471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 dirty="0" err="1">
                <a:solidFill>
                  <a:srgbClr val="0284C7"/>
                </a:solidFill>
                <a:latin typeface="Tajawal"/>
              </a:rPr>
              <a:t>المحور</a:t>
            </a:r>
            <a:r>
              <a:rPr sz="1125" b="1" i="0" u="none" dirty="0">
                <a:solidFill>
                  <a:srgbClr val="0284C7"/>
                </a:solidFill>
                <a:latin typeface="Tajawal"/>
              </a:rPr>
              <a:t> </a:t>
            </a:r>
            <a:r>
              <a:rPr sz="1125" b="1" i="0" u="none" dirty="0" err="1">
                <a:solidFill>
                  <a:srgbClr val="0284C7"/>
                </a:solidFill>
                <a:latin typeface="Sylfaen" panose="010A0502050306030303" pitchFamily="18" charset="0"/>
              </a:rPr>
              <a:t>الأول</a:t>
            </a:r>
            <a:endParaRPr sz="1125" b="1" i="0" u="none" dirty="0">
              <a:solidFill>
                <a:srgbClr val="0284C7"/>
              </a:solidFill>
              <a:latin typeface="Sylfaen" panose="010A050205030603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45431" y="2857500"/>
            <a:ext cx="9101137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مدخل</a:t>
            </a:r>
            <a:r>
              <a:rPr sz="4400" b="1" i="0" u="none" dirty="0">
                <a:solidFill>
                  <a:srgbClr val="0F172A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44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إلى</a:t>
            </a:r>
            <a:r>
              <a:rPr sz="4400" b="1" i="0" u="none" dirty="0">
                <a:solidFill>
                  <a:srgbClr val="0F172A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sz="4400" b="1" i="0" u="none" dirty="0">
                <a:solidFill>
                  <a:srgbClr val="0F172A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المدرسة</a:t>
            </a:r>
            <a:r>
              <a:rPr sz="4400" b="1" i="0" u="none" dirty="0">
                <a:solidFill>
                  <a:srgbClr val="0F172A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44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الحديثة</a:t>
            </a:r>
            <a:r>
              <a:rPr sz="4400" b="1" i="0" u="none" dirty="0">
                <a:solidFill>
                  <a:srgbClr val="0F172A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44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</a:t>
            </a:r>
            <a:r>
              <a:rPr sz="4400" b="1" i="0" u="none" dirty="0">
                <a:solidFill>
                  <a:srgbClr val="0F172A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4400" b="1" i="0" u="none" dirty="0" err="1">
                <a:solidFill>
                  <a:srgbClr val="0F172A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الإدارة</a:t>
            </a:r>
            <a:endParaRPr sz="4400" b="1" i="0" u="none" dirty="0">
              <a:solidFill>
                <a:srgbClr val="0F172A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28812" y="3790950"/>
            <a:ext cx="83343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الخصائص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العامة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والأسس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الفلسفية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التي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تميز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الفكر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الإداري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المعاصر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عن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المدارس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التقليدية</a:t>
            </a:r>
            <a:endParaRPr sz="1500" b="0" i="0" u="none" dirty="0">
              <a:solidFill>
                <a:srgbClr val="475569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684" y="723900"/>
            <a:ext cx="428641" cy="36740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8525" y="3448050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300" y="344805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6650" y="3448050"/>
            <a:ext cx="1714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7346" y="723900"/>
            <a:ext cx="3686907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الخصائص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الجوهرية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للمدرسة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الحديثة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19359" y="3435145"/>
            <a:ext cx="88646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النظرة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الشاملة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ربط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أجزاء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المنظمة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ببعضها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ككيان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ديناميكي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متكامل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20262" y="3426542"/>
            <a:ext cx="100668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المرونة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والتكيف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01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الاستجابة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الفورية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للتغيرات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والظروف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البيئية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المتسارعة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66943" y="3453694"/>
            <a:ext cx="1647887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الاعتماد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على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البحث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العلمية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63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استخدام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النماذج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الرياضية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والبيانات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الكمية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صنع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القرار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18" name="Picture 4" descr="image.png">
            <a:extLst>
              <a:ext uri="{FF2B5EF4-FFF2-40B4-BE49-F238E27FC236}">
                <a16:creationId xmlns:a16="http://schemas.microsoft.com/office/drawing/2014/main" id="{B9B65A9D-272F-28CD-23D6-34D247461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298" y="723900"/>
            <a:ext cx="428641" cy="3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10300" y="2995612"/>
            <a:ext cx="5372100" cy="1743075"/>
          </a:xfrm>
          <a:prstGeom prst="roundRect">
            <a:avLst>
              <a:gd name="adj" fmla="val 6557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95612"/>
            <a:ext cx="5372100" cy="1743075"/>
          </a:xfrm>
          <a:prstGeom prst="roundRect">
            <a:avLst>
              <a:gd name="adj" fmla="val 655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44300" y="2995612"/>
            <a:ext cx="38100" cy="174307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0" y="2995612"/>
            <a:ext cx="38100" cy="17430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643" y="781094"/>
            <a:ext cx="261450" cy="25301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0" y="3243262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243262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4673" y="723900"/>
            <a:ext cx="3552254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الإدارة التقليدية مقابل الإدارة الحديثة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0901" y="3223096"/>
            <a:ext cx="932948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9F1239"/>
                </a:solidFill>
                <a:latin typeface="Tajawal"/>
              </a:rPr>
              <a:t>الإدارة التقليدية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00324" y="3548062"/>
            <a:ext cx="1468351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تركيز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الآلة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والإنتاجية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4376" y="3900487"/>
            <a:ext cx="1840247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نظام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مغلق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يتجاهل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البيئة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الخارجية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	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28189" y="4252912"/>
            <a:ext cx="1612621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سلطة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مركزية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هرمية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صارمة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82732" y="3223096"/>
            <a:ext cx="87363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14532D"/>
                </a:solidFill>
                <a:latin typeface="Tajawal"/>
              </a:rPr>
              <a:t>الإدارة الحديثة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2049" y="3548062"/>
            <a:ext cx="1949252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تركيز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الإنسان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والنظم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المتكاملة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15248" y="3900487"/>
            <a:ext cx="1522853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نظام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مفتوح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يتفاعل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البيئة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19682" y="4252912"/>
            <a:ext cx="1913985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مرونة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ولامركزية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وتفويض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السلطة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20" name="Picture 5" descr="image.png">
            <a:extLst>
              <a:ext uri="{FF2B5EF4-FFF2-40B4-BE49-F238E27FC236}">
                <a16:creationId xmlns:a16="http://schemas.microsoft.com/office/drawing/2014/main" id="{2C341E61-F7BF-84E9-E960-FF81526B2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507" y="781095"/>
            <a:ext cx="261450" cy="2530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348037"/>
            <a:ext cx="35052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348037"/>
            <a:ext cx="35052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67243" y="3348037"/>
            <a:ext cx="3505200" cy="1038225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0" y="3576637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357663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350" y="3448050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9566" y="739877"/>
            <a:ext cx="3452868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التفاعل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مع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متغيرات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البيئة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الخارجية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50211" y="3541068"/>
            <a:ext cx="1008289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البيئة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الاقتصادية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57154" y="3890265"/>
            <a:ext cx="2143214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مواكبة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التضخم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وتقلبات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الأسواق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العالمية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63208" y="3563805"/>
            <a:ext cx="819135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التطور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التقني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96343" y="3917703"/>
            <a:ext cx="2417328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استيعاب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التحول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الرقمي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والذكاء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الاصطناعي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15226" y="3541068"/>
            <a:ext cx="108042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الثقافة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الاجتماعية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63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احترام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تطلعات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وقيم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العنصر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البشري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والمجت</a:t>
            </a: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90014" y="2724150"/>
            <a:ext cx="41197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284C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المحور الثاني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45543" y="2971800"/>
            <a:ext cx="7300912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 u="none" dirty="0">
                <a:solidFill>
                  <a:srgbClr val="0F172A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(Systems Theory)</a:t>
            </a:r>
            <a:r>
              <a:rPr lang="ar-SA" sz="3300" b="1" dirty="0">
                <a:solidFill>
                  <a:srgbClr val="0F172A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نظرية النظم </a:t>
            </a:r>
            <a:endParaRPr sz="3300" b="1" i="0" u="none" dirty="0">
              <a:solidFill>
                <a:srgbClr val="0F172A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81024" y="3905250"/>
            <a:ext cx="402994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رؤية المنظمة ككيان حي متكامل يتكون من أجزاء مترابطة تتفاعل مع البيئة المفتوحة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950" y="3448050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150" y="3448050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0" y="344805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88751" y="969633"/>
            <a:ext cx="2614498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نشأة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نظرية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النظم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وتطورها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42004" y="3429000"/>
            <a:ext cx="135934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لودفيج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فون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بيرتالانفي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صياغة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النظرية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العامة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للنظم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البيولوجيا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عام</a:t>
            </a: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1995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3446934"/>
            <a:ext cx="947375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تشيستر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بارنارد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01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تقديم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المنظمة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كنظام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تعاوني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اجتماعي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مفتوح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35510" y="3493443"/>
            <a:ext cx="955390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التطبيق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الإداري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63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انتقال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المفهوم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لتحليل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المؤسسات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والأنشطة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الإدارية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33500"/>
            <a:ext cx="10972800" cy="5067300"/>
          </a:xfrm>
          <a:prstGeom prst="roundRect">
            <a:avLst>
              <a:gd name="adj" fmla="val 22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25250" y="1333500"/>
            <a:ext cx="57150" cy="5067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34864" y="794521"/>
            <a:ext cx="2760371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مفهوم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المنظمة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كنظام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مفتوح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2500" y="1676400"/>
            <a:ext cx="108413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1" dirty="0">
                <a:solidFill>
                  <a:srgbClr val="0F172A"/>
                </a:solidFill>
                <a:latin typeface="Cairo"/>
              </a:rPr>
              <a:t>(System)</a:t>
            </a:r>
            <a:r>
              <a:rPr lang="ar-SA" b="1" dirty="0">
                <a:solidFill>
                  <a:srgbClr val="0F172A"/>
                </a:solidFill>
                <a:latin typeface="Cairo"/>
              </a:rPr>
              <a:t> ما هو النظام</a:t>
            </a:r>
            <a:r>
              <a:rPr lang="en-US" b="1" dirty="0">
                <a:solidFill>
                  <a:srgbClr val="0F172A"/>
                </a:solidFill>
                <a:latin typeface="Cairo"/>
              </a:rPr>
              <a:t>؟</a:t>
            </a:r>
            <a:endParaRPr sz="18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2500" y="2352675"/>
            <a:ext cx="10325100" cy="280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مجموعة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من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العناصر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والأجزاء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المترابطة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والمتفاعلة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ديناميكياً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والتي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تعمل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معاً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تناسق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تام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لتحقيق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أهداف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محددة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وموحدة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ضمن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بيئة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محيطة</a:t>
            </a:r>
            <a:r>
              <a:rPr sz="15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Tajawal"/>
              </a:rPr>
              <a:t>بها</a:t>
            </a:r>
            <a:endParaRPr sz="1500"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01065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21030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0960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7735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7700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7665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630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2683" y="723900"/>
            <a:ext cx="3116239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ar-SA" sz="2400" b="1" i="0" u="none" dirty="0">
                <a:solidFill>
                  <a:srgbClr val="0F172A"/>
                </a:solidFill>
                <a:latin typeface="Cairo"/>
              </a:rPr>
              <a:t>المكونات الأساسية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لنظام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الإدارة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9165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Tajaw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7300" y="3613621"/>
            <a:ext cx="1333699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Tajawal"/>
              </a:rPr>
              <a:t> (Inputs)</a:t>
            </a:r>
            <a:r>
              <a:rPr lang="ar-SA" sz="1500" b="1" dirty="0">
                <a:solidFill>
                  <a:srgbClr val="0F172A"/>
                </a:solidFill>
                <a:latin typeface="Tajawal"/>
              </a:rPr>
              <a:t> المدخلات 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77350" y="3938587"/>
            <a:ext cx="2133600" cy="493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الموارد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البشرية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والمالية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والمعلومات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والمواد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الخام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9130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Tajaw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1074" y="3592266"/>
            <a:ext cx="150445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Tajawal"/>
              </a:rPr>
              <a:t>(Processes)</a:t>
            </a:r>
            <a:r>
              <a:rPr lang="ar-SA" sz="1500" b="1" dirty="0">
                <a:solidFill>
                  <a:srgbClr val="0F172A"/>
                </a:solidFill>
                <a:latin typeface="Tajawal"/>
              </a:rPr>
              <a:t> العمليات 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77000" y="3938587"/>
            <a:ext cx="213360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الأنشطة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الإدارية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والتحويلية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والتشغيلية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9095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Tajaw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2833" y="3613621"/>
            <a:ext cx="148598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Tajawal"/>
              </a:rPr>
              <a:t> (Outputs)</a:t>
            </a:r>
            <a:r>
              <a:rPr lang="ar-SA" sz="1500" b="1" dirty="0">
                <a:solidFill>
                  <a:srgbClr val="0F172A"/>
                </a:solidFill>
                <a:latin typeface="Tajawal"/>
              </a:rPr>
              <a:t> المخرجات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76650" y="3938587"/>
            <a:ext cx="2133600" cy="493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السلع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والخدمات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والأرباح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ورضا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المستفيدين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060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Tajaw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7046" y="3608971"/>
            <a:ext cx="912108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التغذية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الراجعة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6300" y="3938587"/>
            <a:ext cx="2133600" cy="493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معلومات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التقييم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والتعديل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والتطوير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المستمر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950" y="3448050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75" y="3448050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350" y="3448050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63509" y="812390"/>
            <a:ext cx="2818079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التغذية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الراجعة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وحدود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النظام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18396" y="3448050"/>
            <a:ext cx="101630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الرقابة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المستمرة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قياس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الانحرافات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الأداء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المخطط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والأداء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الفعلي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79607" y="3446934"/>
            <a:ext cx="716543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حدود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النظام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01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الفواصل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الإدارية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والبيئية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تحدد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نطاق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المنظمة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57606" y="3448050"/>
            <a:ext cx="1114088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التوازن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الديناميكي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63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الحفاظ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استقرار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المنظمة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رغم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التقلبات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الخارجية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348037"/>
            <a:ext cx="35052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348037"/>
            <a:ext cx="35052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950" y="3576637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150" y="3576637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925" y="3448050"/>
            <a:ext cx="2571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9369" y="723900"/>
            <a:ext cx="3662861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تكامل الأنظمة الفرعية داخل المؤسسة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709" y="3575521"/>
            <a:ext cx="71013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النظام الفني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4439" y="3900487"/>
            <a:ext cx="2173672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المعدات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والتكنولوجيا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والمعرفة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الإنتاجية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45014" y="3575521"/>
            <a:ext cx="1025922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النظام الاجتماعي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7051" y="3900487"/>
            <a:ext cx="2160848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العلاقات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الإنسانية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والقيم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الثقافية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للعاملين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85893" y="3446934"/>
            <a:ext cx="847989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النظام الهيكلي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توزيع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السلطات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وتحديد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المسؤوليات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التنظيمية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1787"/>
            <a:ext cx="1097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814494" y="3186112"/>
            <a:ext cx="2095500" cy="962025"/>
          </a:xfrm>
          <a:prstGeom prst="roundRect">
            <a:avLst>
              <a:gd name="adj" fmla="val 792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48547" y="3186112"/>
            <a:ext cx="2095500" cy="962025"/>
          </a:xfrm>
          <a:prstGeom prst="roundRect">
            <a:avLst>
              <a:gd name="adj" fmla="val 792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82600" y="3186112"/>
            <a:ext cx="2095500" cy="962025"/>
          </a:xfrm>
          <a:prstGeom prst="roundRect">
            <a:avLst>
              <a:gd name="adj" fmla="val 792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208" y="3533775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261" y="3533775"/>
            <a:ext cx="2381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5933" y="4669095"/>
            <a:ext cx="1524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0245" y="723900"/>
            <a:ext cx="3581109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مخطط نموذج النظام الإداري المفتوح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3498" y="4652962"/>
            <a:ext cx="3525004" cy="184666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Tajawal"/>
              </a:rPr>
              <a:t>التغذية الراجعة والتقييم المستمر يربط جميع المراحل بالبيئة الخارجية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7110" y="3376612"/>
            <a:ext cx="215026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369A1"/>
                </a:solidFill>
                <a:latin typeface="Cairo"/>
              </a:rPr>
              <a:t>المدخلات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9703" y="3786187"/>
            <a:ext cx="100508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334155"/>
                </a:solidFill>
                <a:latin typeface="Tajawal"/>
              </a:rPr>
              <a:t>موارد، بشر، معلومات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1163" y="3376612"/>
            <a:ext cx="215026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730A3"/>
                </a:solidFill>
                <a:latin typeface="Cairo"/>
              </a:rPr>
              <a:t>العمليات التحويلية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2190" y="3786187"/>
            <a:ext cx="96821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334155"/>
                </a:solidFill>
                <a:latin typeface="Tajawal"/>
              </a:rPr>
              <a:t>تخطيط، تشغيل، إدارة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5216" y="3376612"/>
            <a:ext cx="215026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66534"/>
                </a:solidFill>
                <a:latin typeface="Cairo"/>
              </a:rPr>
              <a:t>المخرجات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7352" y="3786187"/>
            <a:ext cx="106599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334155"/>
                </a:solidFill>
                <a:latin typeface="Tajawal"/>
              </a:rPr>
              <a:t>منتجات، خدمات، أرباح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10300" y="2976562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76562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0300" y="2976562"/>
            <a:ext cx="53721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976562"/>
            <a:ext cx="53721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5" y="3262312"/>
            <a:ext cx="21907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925" y="3262312"/>
            <a:ext cx="2190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27265" y="723900"/>
            <a:ext cx="3347070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النظم المفتوحة مقابل النظم المغلقة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264" y="3242146"/>
            <a:ext cx="215879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991B1B"/>
                </a:solidFill>
                <a:latin typeface="Tajawal"/>
              </a:rPr>
              <a:t>النظم المغلقة (Closed Systems)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343" y="3567112"/>
            <a:ext cx="1662314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تجاهل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تام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لتأثير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البيئة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المحيطة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36631" y="3919537"/>
            <a:ext cx="1995738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ميل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طبيعي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للانحلال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والاندثار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الذاتي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78121" y="4271962"/>
            <a:ext cx="2112758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مناسبة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للآلات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وليس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للمؤسسات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البشرية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63825" y="3242146"/>
            <a:ext cx="2187650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65F46"/>
                </a:solidFill>
                <a:latin typeface="Tajawal"/>
              </a:rPr>
              <a:t>النظم المفتوحة (Open Systems)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5943" y="3567112"/>
            <a:ext cx="2289088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تبادل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مستمر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للمعلومات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والموارد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البيئة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14640" y="3919537"/>
            <a:ext cx="1971694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قدرة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عالية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البقاء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والنمو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والتجدد</a:t>
            </a: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.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82393" y="4271962"/>
            <a:ext cx="2236189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النموذج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الأمثل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للمنظمات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الإدارية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الح</a:t>
            </a: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دي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ثة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682" y="3209925"/>
            <a:ext cx="13335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682" y="3552825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682" y="3895725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682" y="4238625"/>
            <a:ext cx="13335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05249" y="723900"/>
            <a:ext cx="3791101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إيجابيات ومكتسبات تطبيق نظرية النظم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86099" y="3181878"/>
            <a:ext cx="3823162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ar-SA" sz="1350" b="1" dirty="0">
                <a:solidFill>
                  <a:srgbClr val="334155"/>
                </a:solidFill>
                <a:latin typeface="Tajawal"/>
              </a:rPr>
              <a:t>توحيد الرؤية التنظيمية: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منع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التعارض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الأقسام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والإدارات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المختلف</a:t>
            </a: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16180" y="3520147"/>
            <a:ext cx="3993081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ar-SA" sz="1350" b="1" dirty="0">
                <a:solidFill>
                  <a:srgbClr val="334155"/>
                </a:solidFill>
                <a:latin typeface="Tajawal"/>
              </a:rPr>
              <a:t>تحسين صنع القرار: 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الاعتماد على فهم التأثيرات المتبادلة لكافة العناصر</a:t>
            </a:r>
            <a:r>
              <a:rPr lang="ar-SA" sz="1350" b="1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 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52811" y="3858416"/>
            <a:ext cx="3656450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ar-SA" sz="1350" b="1" dirty="0">
                <a:solidFill>
                  <a:srgbClr val="334155"/>
                </a:solidFill>
                <a:latin typeface="Tajawal"/>
              </a:rPr>
              <a:t>الاستجابة للتغيرات: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 تمكين </a:t>
            </a: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القادة من التكيف المرن مع تقلبات البيئة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87189" y="4210950"/>
            <a:ext cx="4522072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SA" sz="1350" b="1" dirty="0">
                <a:solidFill>
                  <a:srgbClr val="334155"/>
                </a:solidFill>
                <a:latin typeface="Tajawal"/>
              </a:rPr>
              <a:t>القضاء على التفكير الجزئي: 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علاج التحيّز للأنشطة الفردية على حساب المجموع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348037"/>
            <a:ext cx="35052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0" y="3448050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357663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925" y="3448050"/>
            <a:ext cx="2571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08881" y="723900"/>
            <a:ext cx="4183838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التحديات والانتقادات الموجهة لنظرية النظم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9362" y="3446934"/>
            <a:ext cx="110767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العمومية والتجريد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تقديم مفاهيم عامة يصعب تطبيقها تفصيلياً أحياناً.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492" y="3575521"/>
            <a:ext cx="96981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التعقيد التنظيمي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8159" y="3900487"/>
            <a:ext cx="2258631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صعوبة تحديد حدود دقيقة لكل نظام فرعي.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1122" y="3446934"/>
            <a:ext cx="81753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التكلفة العالية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تطلب موارد ضخمة لجمع وتحليل المعلومات البيئية.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7831" y="2609850"/>
            <a:ext cx="11763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284C7"/>
                </a:solidFill>
                <a:latin typeface="Tajawal"/>
              </a:rPr>
              <a:t>المحور الثالث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4402" y="2857500"/>
            <a:ext cx="556319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300" b="1" dirty="0">
                <a:solidFill>
                  <a:srgbClr val="0F172A"/>
                </a:solidFill>
                <a:latin typeface="Cairo"/>
              </a:rPr>
              <a:t>(MBO)</a:t>
            </a:r>
            <a:r>
              <a:rPr lang="ar-SA" sz="3300" b="1" dirty="0">
                <a:solidFill>
                  <a:srgbClr val="0F172A"/>
                </a:solidFill>
                <a:latin typeface="Cairo"/>
              </a:rPr>
              <a:t> </a:t>
            </a:r>
            <a:r>
              <a:rPr sz="3300" b="1" i="0" u="none" dirty="0" err="1">
                <a:solidFill>
                  <a:srgbClr val="0F172A"/>
                </a:solidFill>
                <a:latin typeface="Cairo"/>
              </a:rPr>
              <a:t>الإدارة</a:t>
            </a:r>
            <a:r>
              <a:rPr sz="33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3300" b="1" i="0" u="none" dirty="0" err="1">
                <a:solidFill>
                  <a:srgbClr val="0F172A"/>
                </a:solidFill>
                <a:latin typeface="Cairo"/>
              </a:rPr>
              <a:t>بالأهداف</a:t>
            </a:r>
            <a:endParaRPr sz="33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28812" y="3790950"/>
            <a:ext cx="8334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Tajawal"/>
              </a:rPr>
              <a:t>أسلوب إداري يربط الأداء الفردي والمؤسسي بتحقيق نتائج وأهداف محددة ومشاركة فعالة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97449" y="3219450"/>
            <a:ext cx="698495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90862"/>
            <a:ext cx="3759249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808" y="774254"/>
            <a:ext cx="240029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5933" y="3414712"/>
            <a:ext cx="1714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713" y="3300412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19791" y="723900"/>
            <a:ext cx="5962017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 dirty="0">
                <a:solidFill>
                  <a:srgbClr val="0F172A"/>
                </a:solidFill>
                <a:latin typeface="Cairo"/>
              </a:rPr>
              <a:t>(Management by Objectives)</a:t>
            </a:r>
            <a:r>
              <a:rPr lang="ar-SA" sz="2400" b="1" dirty="0">
                <a:solidFill>
                  <a:srgbClr val="0F172A"/>
                </a:solidFill>
                <a:latin typeface="Cairo"/>
              </a:rPr>
              <a:t> رواد الإدارة بالأهداف 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14705" y="3446934"/>
            <a:ext cx="2493438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Tajawal"/>
              </a:rPr>
              <a:t>(Peter Drucker - 1954)</a:t>
            </a:r>
            <a:r>
              <a:rPr lang="ar-SA" sz="1500" b="1" dirty="0">
                <a:solidFill>
                  <a:srgbClr val="0F172A"/>
                </a:solidFill>
                <a:latin typeface="Tajawal"/>
              </a:rPr>
              <a:t> بيتر </a:t>
            </a:r>
            <a:r>
              <a:rPr lang="ar-SA" sz="1500" b="1" dirty="0" err="1">
                <a:solidFill>
                  <a:srgbClr val="0F172A"/>
                </a:solidFill>
                <a:latin typeface="Tajawal"/>
              </a:rPr>
              <a:t>دراكر</a:t>
            </a:r>
            <a:r>
              <a:rPr lang="ar-SA" sz="1500" b="1" dirty="0">
                <a:solidFill>
                  <a:srgbClr val="0F172A"/>
                </a:solidFill>
                <a:latin typeface="Tajawal"/>
              </a:rPr>
              <a:t> 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74029" y="3764278"/>
            <a:ext cx="6775400" cy="493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طرح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المفهوم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لأول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كتابه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 ممارسة الإدارة </a:t>
            </a:r>
            <a:endParaRPr lang="ar-SA" sz="1350" b="0" i="0" u="none" dirty="0">
              <a:solidFill>
                <a:srgbClr val="334155"/>
              </a:solidFill>
              <a:latin typeface="Tajawal"/>
            </a:endParaRPr>
          </a:p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مؤكداً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وظيفة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الإدارة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هي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توجيه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الطاقات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نحو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أهداف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مشتركة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تضمن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نجاح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المنظمة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ورضا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الأفراد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56649" y="3318346"/>
            <a:ext cx="99546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التركيز الأساسي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643312"/>
            <a:ext cx="3321099" cy="7496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التحول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التركيز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SA" sz="1350" u="sng" dirty="0">
                <a:solidFill>
                  <a:srgbClr val="334155"/>
                </a:solidFill>
                <a:latin typeface="Tajawal"/>
              </a:rPr>
              <a:t>الأنشطة</a:t>
            </a:r>
            <a:endParaRPr lang="ar-SA" sz="1350" b="0" i="0" u="sng" dirty="0">
              <a:solidFill>
                <a:srgbClr val="334155"/>
              </a:solidFill>
              <a:latin typeface="Tajawal"/>
            </a:endParaRPr>
          </a:p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إلى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التركيز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«النتائج الإيجابية»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 </a:t>
            </a:r>
          </a:p>
          <a:p>
            <a:pPr algn="ctr">
              <a:lnSpc>
                <a:spcPts val="2025"/>
              </a:lnSpc>
            </a:pP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زيادة في كفاءة </a:t>
            </a:r>
            <a:r>
              <a:rPr lang="ar-SA" sz="1350" b="0" i="0" u="none" dirty="0" err="1">
                <a:solidFill>
                  <a:srgbClr val="334155"/>
                </a:solidFill>
                <a:latin typeface="Tajawal"/>
              </a:rPr>
              <a:t>الآداء</a:t>
            </a: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 40%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14" name="Picture 3" descr="image.png">
            <a:extLst>
              <a:ext uri="{FF2B5EF4-FFF2-40B4-BE49-F238E27FC236}">
                <a16:creationId xmlns:a16="http://schemas.microsoft.com/office/drawing/2014/main" id="{F41C5ABF-1081-C05C-4463-58B7D54A8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762" y="824608"/>
            <a:ext cx="240029" cy="26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48037"/>
            <a:ext cx="35052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950" y="3448050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344805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350" y="3576637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16044" y="723900"/>
            <a:ext cx="3369512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الفلسفة الجوهرية للإدارة بالأهداف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33128" y="3446934"/>
            <a:ext cx="1117293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المشاركة والالتزام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إشراك المرؤوسين مع الرؤساء في تحديد الأهداف.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0904" y="3446934"/>
            <a:ext cx="956992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التوجيه بالنتائج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تقييم الإنجاز بناءً على المخرجات وليس المجهود.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8997" y="3575521"/>
            <a:ext cx="83035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الرقابة الذاتية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6038" y="3900487"/>
            <a:ext cx="2175274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منح الفرد استقلالية في كيفية تحقيق هدفه.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01065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7735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7700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7665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630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47678" y="723900"/>
            <a:ext cx="2906244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خطوات دورة الإدارة بالأهداف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165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Tajawal"/>
              </a:rPr>
              <a:t>مرحلة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110" y="3613621"/>
            <a:ext cx="1290417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تحديد الأهداف العلياء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7350" y="3938587"/>
            <a:ext cx="213360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صياغة غايات المؤسسة الاستراتيجية.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Tajawal"/>
              </a:rPr>
              <a:t>مرحلة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3850" y="3613621"/>
            <a:ext cx="1194237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تحديد أهداف الأفراد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3938587"/>
            <a:ext cx="213360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الاجتماع لصياغة أهداف كل موظف.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095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Tajawal"/>
              </a:rPr>
              <a:t>مرحلة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3111" y="3613621"/>
            <a:ext cx="755015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متابعة الأداء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6650" y="3938587"/>
            <a:ext cx="213360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مراجعة دورية للتقدم والمستجدات.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Tajawal"/>
              </a:rPr>
              <a:t>مرحلة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4784" y="3613621"/>
            <a:ext cx="730969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تقييم النتائج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3938587"/>
            <a:ext cx="213360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قياس الإنجاز النهائي ومكافأته.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570690" y="3052762"/>
            <a:ext cx="2011709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30380" y="3052762"/>
            <a:ext cx="2011709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90070" y="3052762"/>
            <a:ext cx="2011709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49760" y="3052762"/>
            <a:ext cx="2011709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451" y="3052762"/>
            <a:ext cx="2011709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37390" y="3281362"/>
            <a:ext cx="1478309" cy="238125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97080" y="3281362"/>
            <a:ext cx="1478309" cy="238125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56770" y="3281362"/>
            <a:ext cx="1478309" cy="238125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16460" y="3281362"/>
            <a:ext cx="1478309" cy="238125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6151" y="3281362"/>
            <a:ext cx="1478309" cy="238125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1445" y="723900"/>
            <a:ext cx="3478709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 dirty="0">
                <a:solidFill>
                  <a:srgbClr val="0F172A"/>
                </a:solidFill>
                <a:latin typeface="Cairo"/>
              </a:rPr>
              <a:t>(SMART)</a:t>
            </a:r>
            <a:r>
              <a:rPr lang="ar-SA" sz="2400" b="1" dirty="0">
                <a:solidFill>
                  <a:srgbClr val="0F172A"/>
                </a:solidFill>
                <a:latin typeface="Cairo"/>
              </a:rPr>
              <a:t> صياغة الأهداف الذكية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51690" y="3319462"/>
            <a:ext cx="134495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40AF"/>
                </a:solidFill>
                <a:latin typeface="Tajawal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7784" y="3632671"/>
            <a:ext cx="1237519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ar-SA"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(Specific)</a:t>
            </a:r>
            <a:r>
              <a:rPr lang="ar-SA" sz="1500" b="1" dirty="0">
                <a:solidFill>
                  <a:srgbClr val="0F172A"/>
                </a:solidFill>
                <a:latin typeface="Tajawal"/>
              </a:rPr>
              <a:t> محدد 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92640" y="3938587"/>
            <a:ext cx="1718309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واضح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ودقيق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ولا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يحتمل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التأويل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11380" y="3319462"/>
            <a:ext cx="134495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40AF"/>
                </a:solidFill>
                <a:latin typeface="Tajawal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0154" y="3613621"/>
            <a:ext cx="71013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قابل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للقياس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97080" y="3938587"/>
            <a:ext cx="1573559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يحتوي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معايير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كمية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ونوعية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71070" y="3319462"/>
            <a:ext cx="134495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40AF"/>
                </a:solidFill>
                <a:latin typeface="Tajawal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9199" y="3613621"/>
            <a:ext cx="763029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قابل للتحقيق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6770" y="3938587"/>
            <a:ext cx="1573559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واقعي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ضمن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الموارد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المتاحة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30760" y="3319462"/>
            <a:ext cx="134495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40AF"/>
                </a:solidFill>
                <a:latin typeface="Tajawal"/>
              </a:rP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0798" y="3613621"/>
            <a:ext cx="859210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مرتبط بالرؤية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16460" y="3938587"/>
            <a:ext cx="1573559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يخدم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أهداف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المنظمة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العامة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0451" y="3319462"/>
            <a:ext cx="134495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40AF"/>
                </a:solidFill>
                <a:latin typeface="Tajawal"/>
              </a:rP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1861" y="3613621"/>
            <a:ext cx="676467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محدد بزمن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151" y="3938587"/>
            <a:ext cx="1573559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له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تاريخ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إنجاز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نهائي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محدد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525" y="3448050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725" y="3448050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350" y="3448050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18448" y="723900"/>
            <a:ext cx="3364704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المشاركة التفاعلية والتحفيز الذاتي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0368" y="3446934"/>
            <a:ext cx="1194238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رفع الروح المعنوية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شعور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الموظف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بأنه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صانع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للقرار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وليس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مجرد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منفذ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33932" y="3446934"/>
            <a:ext cx="1019510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تعزيز المسؤولية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تحمل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نتائج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القرارات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بفضل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المشاركة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الفعالة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54495" y="3446934"/>
            <a:ext cx="939360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تحسين الاتصال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فتح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قنوات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حوار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مستمرة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المدير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والموظف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722" y="3381375"/>
            <a:ext cx="1524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722" y="3724275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722" y="4067175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31648" y="723900"/>
            <a:ext cx="2938304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تقييم الأداء والمراجعة الدورية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9198" y="3353700"/>
            <a:ext cx="4688784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ar-SA" sz="1350" b="1" dirty="0">
                <a:solidFill>
                  <a:srgbClr val="334155"/>
                </a:solidFill>
                <a:latin typeface="Tajawal"/>
              </a:rPr>
              <a:t>التقييم الموضوعي: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 ا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لابتعاد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التحيز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الشخصي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والاعتماد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نتائج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الأهداف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المحددة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08778" y="3696600"/>
            <a:ext cx="4709624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ar-SA" sz="1350" b="1" dirty="0">
                <a:solidFill>
                  <a:srgbClr val="334155"/>
                </a:solidFill>
                <a:latin typeface="Tajawal"/>
              </a:rPr>
              <a:t>المراجعة </a:t>
            </a:r>
            <a:r>
              <a:rPr lang="ar-SA" sz="1350" b="1" dirty="0" err="1">
                <a:solidFill>
                  <a:srgbClr val="334155"/>
                </a:solidFill>
                <a:latin typeface="Tajawal"/>
              </a:rPr>
              <a:t>المنتصفية</a:t>
            </a:r>
            <a:r>
              <a:rPr lang="ar-SA" sz="1350" b="1" dirty="0">
                <a:solidFill>
                  <a:srgbClr val="334155"/>
                </a:solidFill>
                <a:latin typeface="Tajawal"/>
              </a:rPr>
              <a:t>: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ع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قد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اجتماعات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دورية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لتعديل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المسار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والأهداف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إذا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تغيرت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الظروف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68464" y="4011826"/>
            <a:ext cx="4439517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ar-SA" sz="1350" b="1" dirty="0">
                <a:solidFill>
                  <a:srgbClr val="334155"/>
                </a:solidFill>
                <a:latin typeface="Tajawal"/>
              </a:rPr>
              <a:t>التغذية البناءة: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 ت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قديم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المساعدة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والدعم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لتطوير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مهارات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العاملين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وليس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للعقاب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14687"/>
            <a:ext cx="3505200" cy="1295400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5675" y="3448050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344805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852" y="3429000"/>
            <a:ext cx="2571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5255" y="723900"/>
            <a:ext cx="4211089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فوائد ومزايا تطبيق أسلوب الإدارة بالأهداف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65607" y="3446934"/>
            <a:ext cx="966610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تحسين التخطيط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إلزام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المديرين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بوضع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خطط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واضحة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قابلة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للتطبيق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77353" y="3446934"/>
            <a:ext cx="90409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توضيح الأدوار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إزالة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التداخل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والغموض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الهيكل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التنظيمي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92725" y="3427884"/>
            <a:ext cx="1162178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ربط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الأداء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بالمكافأة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52256" y="3752850"/>
            <a:ext cx="2290691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تكريم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المنجزين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وفقاً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لنتائج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ملموسة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وعادلة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7171" y="3188494"/>
            <a:ext cx="3557744" cy="1295400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5675" y="3448050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75" y="3448050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350" y="3462337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14065" y="723900"/>
            <a:ext cx="3773469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معوقات تطبيق أسلوب الإدارة بالأهداف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9120" y="3446934"/>
            <a:ext cx="1059585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الأوراق والروتين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استهلاك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وقت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طويل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إعداد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النماذج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والتقارير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24405" y="3446934"/>
            <a:ext cx="118141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التركيز قصير الأجل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إهمال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الخطط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الاستراتيجية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لصالح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الأهداف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السنوية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83963" y="3461221"/>
            <a:ext cx="108042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ضعف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دعم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الإدارة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16382" y="3786187"/>
            <a:ext cx="2234586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فشل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التطبيق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عند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غياب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التزام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القيادة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العليا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82612" y="2609850"/>
            <a:ext cx="62677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284C7"/>
                </a:solidFill>
                <a:latin typeface="Tajawal"/>
              </a:rPr>
              <a:t>المحور الرابع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2917" y="2857500"/>
            <a:ext cx="932616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 u="none" dirty="0" err="1">
                <a:solidFill>
                  <a:srgbClr val="0F172A"/>
                </a:solidFill>
                <a:latin typeface="Cairo"/>
              </a:rPr>
              <a:t>الهندرة</a:t>
            </a:r>
            <a:r>
              <a:rPr sz="33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lang="ar-SA" sz="3300" b="1" dirty="0">
                <a:solidFill>
                  <a:srgbClr val="0F172A"/>
                </a:solidFill>
                <a:latin typeface="Cairo"/>
              </a:rPr>
              <a:t>: </a:t>
            </a:r>
            <a:r>
              <a:rPr sz="3300" b="1" i="0" u="none" dirty="0" err="1">
                <a:solidFill>
                  <a:srgbClr val="0F172A"/>
                </a:solidFill>
                <a:latin typeface="Cairo"/>
              </a:rPr>
              <a:t>إعادة</a:t>
            </a:r>
            <a:r>
              <a:rPr sz="33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3300" b="1" i="0" u="none" dirty="0" err="1">
                <a:solidFill>
                  <a:srgbClr val="0F172A"/>
                </a:solidFill>
                <a:latin typeface="Cairo"/>
              </a:rPr>
              <a:t>هندسة</a:t>
            </a:r>
            <a:r>
              <a:rPr sz="33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3300" b="1" i="0" u="none" dirty="0" err="1">
                <a:solidFill>
                  <a:srgbClr val="0F172A"/>
                </a:solidFill>
                <a:latin typeface="Cairo"/>
              </a:rPr>
              <a:t>العمليات</a:t>
            </a:r>
            <a:endParaRPr sz="33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28812" y="3790950"/>
            <a:ext cx="83343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Tajawal"/>
              </a:rPr>
              <a:t>إعادة التفكير الأساسي وإعادة التصميم الجذري للعمليات الإدارية لتحقيق قفزات هائلة في الأداء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33500"/>
            <a:ext cx="10972800" cy="5067300"/>
          </a:xfrm>
          <a:prstGeom prst="roundRect">
            <a:avLst>
              <a:gd name="adj" fmla="val 22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25250" y="1333500"/>
            <a:ext cx="57150" cy="5067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42295" y="787400"/>
            <a:ext cx="5799409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ar-SA"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lang="en-US" sz="2400" b="1" dirty="0">
                <a:solidFill>
                  <a:srgbClr val="0F172A"/>
                </a:solidFill>
                <a:latin typeface="Cairo"/>
              </a:rPr>
              <a:t>(Business Process Reengineering)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مفهوم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الهندرة</a:t>
            </a:r>
            <a:r>
              <a:rPr lang="ar-SA" sz="2400" b="1" i="0" u="none" dirty="0">
                <a:solidFill>
                  <a:srgbClr val="0F172A"/>
                </a:solidFill>
                <a:latin typeface="Cairo"/>
              </a:rPr>
              <a:t> 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638300"/>
            <a:ext cx="10921365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ar-SA" sz="165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1650" b="1" i="0" u="none" dirty="0" err="1">
                <a:solidFill>
                  <a:srgbClr val="0F172A"/>
                </a:solidFill>
                <a:latin typeface="Cairo"/>
              </a:rPr>
              <a:t>مايكل</a:t>
            </a:r>
            <a:r>
              <a:rPr sz="165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1650" b="1" i="0" u="none" dirty="0" err="1">
                <a:solidFill>
                  <a:srgbClr val="0F172A"/>
                </a:solidFill>
                <a:latin typeface="Cairo"/>
              </a:rPr>
              <a:t>هامر</a:t>
            </a:r>
            <a:r>
              <a:rPr sz="165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1650" b="1" i="0" u="none" dirty="0" err="1">
                <a:solidFill>
                  <a:srgbClr val="0F172A"/>
                </a:solidFill>
                <a:latin typeface="Cairo"/>
              </a:rPr>
              <a:t>وجيمس</a:t>
            </a:r>
            <a:r>
              <a:rPr sz="165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1650" b="1" i="0" u="none" dirty="0" err="1">
                <a:solidFill>
                  <a:srgbClr val="0F172A"/>
                </a:solidFill>
                <a:latin typeface="Cairo"/>
              </a:rPr>
              <a:t>شامبي</a:t>
            </a:r>
            <a:r>
              <a:rPr sz="1650" b="1" i="0" u="none" dirty="0">
                <a:solidFill>
                  <a:srgbClr val="0F172A"/>
                </a:solidFill>
                <a:latin typeface="Cairo"/>
              </a:rPr>
              <a:t> (1993)</a:t>
            </a:r>
            <a:r>
              <a:rPr lang="ar-SA" sz="1650" b="1" dirty="0">
                <a:solidFill>
                  <a:srgbClr val="0F172A"/>
                </a:solidFill>
                <a:latin typeface="Cairo"/>
              </a:rPr>
              <a:t> رواد </a:t>
            </a:r>
            <a:r>
              <a:rPr lang="ar-SA" sz="1650" b="1" dirty="0" err="1">
                <a:solidFill>
                  <a:srgbClr val="0F172A"/>
                </a:solidFill>
                <a:latin typeface="Cairo"/>
              </a:rPr>
              <a:t>الهندرة</a:t>
            </a:r>
            <a:r>
              <a:rPr lang="ar-SA" sz="1650" b="1" dirty="0">
                <a:solidFill>
                  <a:srgbClr val="0F172A"/>
                </a:solidFill>
                <a:latin typeface="Cairo"/>
              </a:rPr>
              <a:t>: </a:t>
            </a:r>
            <a:endParaRPr sz="165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247900"/>
            <a:ext cx="10401300" cy="859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إعادة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التفكير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الأساسي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وإعادة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تصميم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العمليات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الإدارية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بشكل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جذري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للحصول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تحسينات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هائلة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وفائقة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معايير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الأداء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المعاصرة</a:t>
            </a:r>
            <a:endParaRPr lang="ar-SA" sz="1425" b="0" i="0" u="none" dirty="0">
              <a:solidFill>
                <a:srgbClr val="334155"/>
              </a:solidFill>
              <a:latin typeface="Tajawal"/>
            </a:endParaRPr>
          </a:p>
          <a:p>
            <a:pPr algn="ctr">
              <a:lnSpc>
                <a:spcPts val="2279"/>
              </a:lnSpc>
            </a:pPr>
            <a:r>
              <a:rPr lang="ar-SA" sz="1425" b="0" i="0" u="none" dirty="0">
                <a:solidFill>
                  <a:srgbClr val="334155"/>
                </a:solidFill>
                <a:latin typeface="Tajawal"/>
              </a:rPr>
              <a:t>مثل: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التكلفة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الجودة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الخدمة</a:t>
            </a:r>
            <a:r>
              <a:rPr sz="1425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425" b="0" i="0" u="none" dirty="0" err="1">
                <a:solidFill>
                  <a:srgbClr val="334155"/>
                </a:solidFill>
                <a:latin typeface="Tajawal"/>
              </a:rPr>
              <a:t>والسرعة</a:t>
            </a:r>
            <a:endParaRPr lang="ar-SA" sz="1425" dirty="0">
              <a:solidFill>
                <a:srgbClr val="334155"/>
              </a:solidFill>
              <a:latin typeface="Tajawal"/>
            </a:endParaRPr>
          </a:p>
          <a:p>
            <a:pPr algn="ctr">
              <a:lnSpc>
                <a:spcPts val="2279"/>
              </a:lnSpc>
            </a:pPr>
            <a:endParaRPr sz="1425"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05150"/>
            <a:ext cx="35052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950" y="3448050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344805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0" y="344805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40515" y="723900"/>
            <a:ext cx="3720569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لماذا تلجأ المؤسسات للهندرة الإدارية؟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4393" y="3429000"/>
            <a:ext cx="171040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Tajawal"/>
              </a:rPr>
              <a:t>(Customers)</a:t>
            </a:r>
            <a:r>
              <a:rPr lang="ar-SA" sz="1500" b="1" dirty="0">
                <a:solidFill>
                  <a:srgbClr val="0F172A"/>
                </a:solidFill>
                <a:latin typeface="Tajawal"/>
              </a:rPr>
              <a:t> قوة العميل 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ارتفاع تطلعات العملاء والمطالبة بخدمة فائقة السرعة.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8700" y="3446934"/>
            <a:ext cx="27432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Tajawal"/>
              </a:rPr>
              <a:t>(Competition)</a:t>
            </a:r>
            <a:r>
              <a:rPr lang="ar-SA" sz="1500" b="1" dirty="0">
                <a:solidFill>
                  <a:srgbClr val="0F172A"/>
                </a:solidFill>
                <a:latin typeface="Tajawal"/>
              </a:rPr>
              <a:t> اشتداد المنافسة 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0100" y="38862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دخول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منافسين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جدد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بخدمات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مبتكرة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وتكلفة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أقل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9545" y="3446934"/>
            <a:ext cx="1709955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Tajawal"/>
              </a:rPr>
              <a:t>(Change)</a:t>
            </a:r>
            <a:r>
              <a:rPr lang="ar-SA" sz="1500" b="1" dirty="0">
                <a:solidFill>
                  <a:srgbClr val="0F172A"/>
                </a:solidFill>
                <a:latin typeface="Tajawal"/>
              </a:rPr>
              <a:t> التغير المستمر 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63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التطور التقني السر سريع الذي يجعل الطرق القديمة بالية.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01065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7735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7700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7665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630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9168" y="723900"/>
            <a:ext cx="3023264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الأركان الأربعة للهندرة الإدارية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165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Tajaw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1031" y="3613621"/>
            <a:ext cx="116057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إعادة تفكير أساسي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7350" y="3938587"/>
            <a:ext cx="213360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التساؤل عن سبب القيام بالعمل أصلاً.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Tajaw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0600" y="3613621"/>
            <a:ext cx="820738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تصميم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جذري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77000" y="3938587"/>
            <a:ext cx="213360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نسخ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الطرق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القديمة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والبدء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الصفر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095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Tajaw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194" y="3613621"/>
            <a:ext cx="666849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نتائج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هائلة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76650" y="3938587"/>
            <a:ext cx="213360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تحقيق قفزات 100% وليس 5%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060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Tajaw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3074" y="3613621"/>
            <a:ext cx="1274388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التركيز على العمليات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3938587"/>
            <a:ext cx="213360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التركيز على المسار وليس الإدارات.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10300" y="2976562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76562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0300" y="2976562"/>
            <a:ext cx="53721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976562"/>
            <a:ext cx="53721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762" y="457200"/>
            <a:ext cx="147637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0" y="3262312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925" y="3262312"/>
            <a:ext cx="21907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35929" y="457200"/>
            <a:ext cx="929742" cy="173124"/>
          </a:xfrm>
          <a:prstGeom prst="rect">
            <a:avLst/>
          </a:prstGeom>
          <a:noFill/>
        </p:spPr>
        <p:txBody>
          <a:bodyPr wrap="none" lIns="147637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284C7"/>
                </a:solidFill>
                <a:latin typeface="Tajawal"/>
              </a:rPr>
              <a:t>التمييز المفهومي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4447" y="723900"/>
            <a:ext cx="3792705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التغيير الجذري مقابل التحسين المستمر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7088" y="3242146"/>
            <a:ext cx="116057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369A1"/>
                </a:solidFill>
                <a:latin typeface="Tajawal"/>
              </a:rPr>
              <a:t>التحسين</a:t>
            </a:r>
            <a:r>
              <a:rPr sz="1500" b="1" i="0" u="none" dirty="0">
                <a:solidFill>
                  <a:srgbClr val="0369A1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369A1"/>
                </a:solidFill>
                <a:latin typeface="Tajawal"/>
              </a:rPr>
              <a:t>المستمر</a:t>
            </a:r>
            <a:r>
              <a:rPr sz="1500" b="1" i="0" u="none" dirty="0">
                <a:solidFill>
                  <a:srgbClr val="0369A1"/>
                </a:solidFill>
                <a:latin typeface="Tajawal"/>
              </a:rPr>
              <a:t> (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4031" y="3567112"/>
            <a:ext cx="1780937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تغيرات تدريجية بطيئة ومتراكمة.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1477" y="3919537"/>
            <a:ext cx="1946046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العمل ضمن الهيكل التنظيمي الحالي.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3275" y="4271962"/>
            <a:ext cx="2162450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مخاطر منخفضة وتحسين بنسب صغيرة.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787" y="3242146"/>
            <a:ext cx="493725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ar-SA" sz="1500" b="1" i="0" u="none" dirty="0">
                <a:solidFill>
                  <a:srgbClr val="14532D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14532D"/>
                </a:solidFill>
                <a:latin typeface="Tajawal"/>
              </a:rPr>
              <a:t>الهندرة</a:t>
            </a:r>
            <a:endParaRPr sz="1500" b="1" i="0" u="none" dirty="0">
              <a:solidFill>
                <a:srgbClr val="14532D"/>
              </a:solidFill>
              <a:latin typeface="Tajaw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31046" y="3567112"/>
            <a:ext cx="1538883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تغيير جذري وفوري وشامل.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8573" y="3919537"/>
            <a:ext cx="2043828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إعادة بناء العمليات والأنظمة من جديد.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6888" y="4271962"/>
            <a:ext cx="1707199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مخاطر عالية وقفزات أداء فائقة.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01065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3052762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0550" y="2973263"/>
            <a:ext cx="2571750" cy="170827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7735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7700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76650" y="328136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6300" y="3276282"/>
            <a:ext cx="20383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16232" y="723900"/>
            <a:ext cx="3169136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مراحل وخطوات مشروع الهندرة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165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0369A1"/>
                </a:solidFill>
                <a:latin typeface="Tajaw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9548" y="3613621"/>
            <a:ext cx="146354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اختيار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العمليات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الحرجة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77350" y="3938587"/>
            <a:ext cx="213360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تحديد العمليات ذات الأثر الأكبر.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0369A1"/>
                </a:solidFill>
                <a:latin typeface="Tajaw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5722" y="3613621"/>
            <a:ext cx="1330492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فهم وتشخيص العملية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3938587"/>
            <a:ext cx="213360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تحليل الوضع الحالي وتحديد الخلل.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0950" y="33194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0369A1"/>
                </a:solidFill>
                <a:latin typeface="Tajaw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3806" y="3613621"/>
            <a:ext cx="129362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ابتكار التصميم الجديد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6650" y="3938587"/>
            <a:ext cx="213360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صياغة مسار جديد كلياً للعملية.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335756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050" b="1" dirty="0">
                <a:solidFill>
                  <a:srgbClr val="0369A1"/>
                </a:solidFill>
                <a:latin typeface="Tajawal"/>
              </a:rPr>
              <a:t>4</a:t>
            </a:r>
            <a:endParaRPr sz="1050" b="1" i="0" u="none" dirty="0">
              <a:solidFill>
                <a:srgbClr val="0369A1"/>
              </a:solidFill>
              <a:latin typeface="Tajaw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48152" y="3659063"/>
            <a:ext cx="140423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تطبيق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العمليات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الجديدة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17696" y="4002188"/>
            <a:ext cx="1465145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إدارة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التغيير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والتنفيذ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الفعلي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19451"/>
            <a:ext cx="3562350" cy="1295400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599" y="3219451"/>
            <a:ext cx="3522825" cy="1295399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5675" y="3448050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150" y="3576637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650" y="3576637"/>
            <a:ext cx="1714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27128" y="723900"/>
            <a:ext cx="4347344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دور تقنية المعلومات كتمكين محوري للهندرة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49389" y="3446934"/>
            <a:ext cx="119904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قاعدة بيانات موحدة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إتاحة المعلومات الفورية لجميع أطراف العملية.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0775" y="3575521"/>
            <a:ext cx="854400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أتمتة العمليات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5717" y="3900487"/>
            <a:ext cx="2303515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إلغاء الخطوات اليدوية والمعاملات الورقية.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9030" y="3575521"/>
            <a:ext cx="1275990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العمل عن بُعد والتنقل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2681" y="3900487"/>
            <a:ext cx="2341987" cy="2367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إنجاز المعاملات في أي وقت ومن أي مكان.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167062"/>
            <a:ext cx="3505200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67062"/>
            <a:ext cx="3505200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167062"/>
            <a:ext cx="3505200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22456" y="723900"/>
            <a:ext cx="3356688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مؤشرات نجاح الهندرة ومخرجاتها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922" y="3395662"/>
            <a:ext cx="937756" cy="6463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284C7"/>
                </a:solidFill>
                <a:latin typeface="Tajawal"/>
              </a:rP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0215" y="4129087"/>
            <a:ext cx="211917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34155"/>
                </a:solidFill>
                <a:latin typeface="Tajawal"/>
              </a:rPr>
              <a:t>تقليص زمن إنجاز المعاملات والخدمات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7122" y="3395662"/>
            <a:ext cx="937756" cy="6463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16A34A"/>
                </a:solidFill>
                <a:latin typeface="Tajawal"/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3891" y="4129087"/>
            <a:ext cx="182421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34155"/>
                </a:solidFill>
                <a:latin typeface="Tajawal"/>
              </a:rPr>
              <a:t>خفض التكاليف التشغيلية والإدارية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7066" y="3395662"/>
            <a:ext cx="1210268" cy="6463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EA580C"/>
                </a:solidFill>
                <a:latin typeface="Tajawal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3379" y="4129087"/>
            <a:ext cx="215764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34155"/>
                </a:solidFill>
                <a:latin typeface="Tajawal"/>
              </a:rPr>
              <a:t>زيادة رضا المستفيدين وسرعة الاستجابة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932" y="3066149"/>
            <a:ext cx="1143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932" y="3409049"/>
            <a:ext cx="1143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932" y="3751949"/>
            <a:ext cx="1143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01667" y="723900"/>
            <a:ext cx="4198265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عوامل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الخطر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وأسباب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تعثر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مشاريع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الهندرة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11663" y="3038474"/>
            <a:ext cx="4312079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ar-SA" sz="1350" b="1" dirty="0">
                <a:solidFill>
                  <a:srgbClr val="334155"/>
                </a:solidFill>
                <a:latin typeface="Tajawal"/>
              </a:rPr>
              <a:t>مقاومة التغيير: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خوف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العاملين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فقدان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الوظائف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أو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تغير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أدوارهم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التقليدية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23124" y="3395211"/>
            <a:ext cx="4600618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ar-SA" sz="1350" b="1" dirty="0">
                <a:solidFill>
                  <a:srgbClr val="334155"/>
                </a:solidFill>
                <a:latin typeface="Tajawal"/>
              </a:rPr>
              <a:t>محاولة التعديل الجزئي: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التردد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إجراء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التغيير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الجذري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والاكتفاء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بترقيع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النظام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القديم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33730" y="3751949"/>
            <a:ext cx="4490012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ar-SA" sz="1350" b="1" dirty="0">
                <a:solidFill>
                  <a:srgbClr val="334155"/>
                </a:solidFill>
                <a:latin typeface="Tajawal"/>
              </a:rPr>
              <a:t>إهمال الجانب الإنساني: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 ا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لتركيز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الفني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المحض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وتجاهل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الثقافة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التنظيمية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والتدريب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36393" y="2609850"/>
            <a:ext cx="13192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284C7"/>
                </a:solidFill>
                <a:latin typeface="Tajawal"/>
              </a:rPr>
              <a:t>المحور الخامس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5437" y="2857500"/>
            <a:ext cx="900112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300" b="1" dirty="0">
                <a:solidFill>
                  <a:srgbClr val="0F172A"/>
                </a:solidFill>
                <a:latin typeface="Cairo"/>
              </a:rPr>
              <a:t>(Theory Z)</a:t>
            </a:r>
            <a:r>
              <a:rPr sz="3300" b="1" i="0" u="none" dirty="0" err="1">
                <a:solidFill>
                  <a:srgbClr val="0F172A"/>
                </a:solidFill>
                <a:latin typeface="Cairo"/>
              </a:rPr>
              <a:t>النظرية</a:t>
            </a:r>
            <a:r>
              <a:rPr sz="33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3300" b="1" i="0" u="none" dirty="0" err="1">
                <a:solidFill>
                  <a:srgbClr val="0F172A"/>
                </a:solidFill>
                <a:latin typeface="Cairo"/>
              </a:rPr>
              <a:t>اليابانية</a:t>
            </a:r>
            <a:r>
              <a:rPr sz="33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3300" b="1" i="0" u="none" dirty="0" err="1">
                <a:solidFill>
                  <a:srgbClr val="0F172A"/>
                </a:solidFill>
                <a:latin typeface="Cairo"/>
              </a:rPr>
              <a:t>في</a:t>
            </a:r>
            <a:r>
              <a:rPr sz="33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3300" b="1" i="0" u="none" dirty="0" err="1">
                <a:solidFill>
                  <a:srgbClr val="0F172A"/>
                </a:solidFill>
                <a:latin typeface="Cairo"/>
              </a:rPr>
              <a:t>الإدارة</a:t>
            </a:r>
            <a:endParaRPr sz="33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28812" y="3790950"/>
            <a:ext cx="8334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دعم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الثقافة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الإدارية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المرتكزة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على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التوظيف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مدى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الحياة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،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العمل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الجماعي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،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والاهتمام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الشامل</a:t>
            </a:r>
            <a:r>
              <a:rPr sz="15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Tajawal"/>
              </a:rPr>
              <a:t>بالإنسان</a:t>
            </a:r>
            <a:endParaRPr sz="1500" b="0" i="0" u="none" dirty="0">
              <a:solidFill>
                <a:srgbClr val="475569"/>
              </a:solidFill>
              <a:latin typeface="Tajaw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97449" y="3219450"/>
            <a:ext cx="698495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219450"/>
            <a:ext cx="3759249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276" y="780033"/>
            <a:ext cx="263646" cy="25514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212" y="3468370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95" y="3412490"/>
            <a:ext cx="25717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49682" y="723900"/>
            <a:ext cx="5256589" cy="367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 dirty="0">
                <a:solidFill>
                  <a:srgbClr val="0F172A"/>
                </a:solidFill>
                <a:latin typeface="Cairo"/>
              </a:rPr>
              <a:t>(Theory </a:t>
            </a:r>
            <a:r>
              <a:rPr lang="en-US" sz="2400" b="1" i="0" u="none" dirty="0">
                <a:solidFill>
                  <a:srgbClr val="0F172A"/>
                </a:solidFill>
                <a:latin typeface="Cairo"/>
              </a:rPr>
              <a:t>Z</a:t>
            </a:r>
            <a:r>
              <a:rPr lang="ar-SA" sz="2400" b="1" dirty="0">
                <a:solidFill>
                  <a:srgbClr val="0F172A"/>
                </a:solidFill>
                <a:latin typeface="Cairo"/>
              </a:rPr>
              <a:t>نشأة النظرية اليابانية (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87699" y="3446934"/>
            <a:ext cx="257602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Tajawal"/>
              </a:rPr>
              <a:t>(William Ouchi - 1981)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ويليام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أوتشي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64149" y="3771900"/>
            <a:ext cx="65468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/>
            <a:r>
              <a:rPr lang="ar-SA" sz="1400" dirty="0"/>
              <a:t>قدم </a:t>
            </a:r>
            <a:r>
              <a:rPr lang="ar-SA" sz="1400" dirty="0" err="1"/>
              <a:t>أوتشي</a:t>
            </a:r>
            <a:r>
              <a:rPr lang="ar-SA" sz="1400" dirty="0"/>
              <a:t> في كتابه المشهور «نظرية </a:t>
            </a:r>
            <a:r>
              <a:rPr lang="en-US" sz="1400" dirty="0"/>
              <a:t>Z</a:t>
            </a:r>
            <a:r>
              <a:rPr lang="ar-SA" sz="1400" dirty="0"/>
              <a:t>» دراسة مقارنة بين الممارسات الإدارية الأمريكية (</a:t>
            </a:r>
            <a:r>
              <a:rPr lang="en-US" sz="1400" dirty="0"/>
              <a:t>Type A</a:t>
            </a:r>
            <a:r>
              <a:rPr lang="ar-SA" sz="1400" dirty="0"/>
              <a:t>) واليابانية (</a:t>
            </a:r>
            <a:r>
              <a:rPr lang="en-US" sz="1400" dirty="0"/>
              <a:t>Type J</a:t>
            </a:r>
            <a:r>
              <a:rPr lang="ar-SA" sz="1400" dirty="0"/>
              <a:t>) لصياغة نموذج إداري جديد هجين يدمج أفضل ما في المدرستين.</a:t>
            </a:r>
            <a:endParaRPr lang="en-US" sz="1400" dirty="0"/>
          </a:p>
          <a:p>
            <a:pPr algn="ctr" rtl="1"/>
            <a:r>
              <a:rPr lang="en-US" sz="1400" dirty="0"/>
              <a:t>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1581" y="3446934"/>
            <a:ext cx="734175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سبب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النجاح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6300" y="3771900"/>
            <a:ext cx="3321099" cy="493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400" b="0" i="0" u="none" dirty="0" err="1">
                <a:solidFill>
                  <a:srgbClr val="334155"/>
                </a:solidFill>
                <a:latin typeface="Tajawal"/>
              </a:rPr>
              <a:t>التفوق</a:t>
            </a:r>
            <a:r>
              <a:rPr sz="14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Tajawal"/>
              </a:rPr>
              <a:t>الصناعي</a:t>
            </a:r>
            <a:r>
              <a:rPr sz="14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Tajawal"/>
              </a:rPr>
              <a:t>الياباني</a:t>
            </a:r>
            <a:r>
              <a:rPr sz="14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Tajawal"/>
              </a:rPr>
              <a:t>المبهر</a:t>
            </a:r>
            <a:r>
              <a:rPr sz="14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sz="14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Tajawal"/>
              </a:rPr>
              <a:t>الثمانينات</a:t>
            </a:r>
            <a:r>
              <a:rPr sz="14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Tajawal"/>
              </a:rPr>
              <a:t>وتفوق</a:t>
            </a:r>
            <a:r>
              <a:rPr sz="14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Tajawal"/>
              </a:rPr>
              <a:t>شركات</a:t>
            </a:r>
            <a:r>
              <a:rPr sz="14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Tajawal"/>
              </a:rPr>
              <a:t>مثل</a:t>
            </a:r>
            <a:r>
              <a:rPr sz="14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Tajawal"/>
              </a:rPr>
              <a:t>تويوتا</a:t>
            </a:r>
            <a:r>
              <a:rPr sz="14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Tajawal"/>
              </a:rPr>
              <a:t>وسوني</a:t>
            </a:r>
            <a:r>
              <a:rPr sz="140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pic>
        <p:nvPicPr>
          <p:cNvPr id="14" name="Picture 3" descr="image.png">
            <a:extLst>
              <a:ext uri="{FF2B5EF4-FFF2-40B4-BE49-F238E27FC236}">
                <a16:creationId xmlns:a16="http://schemas.microsoft.com/office/drawing/2014/main" id="{EE5D194D-124C-BA06-D62E-85EC9BB4D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49" y="780033"/>
            <a:ext cx="263646" cy="2551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252" y="764727"/>
            <a:ext cx="281295" cy="2411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950" y="3448050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300" y="344805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075" y="3448050"/>
            <a:ext cx="2000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18448" y="723900"/>
            <a:ext cx="3364704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الثقافة التنظيمية والهوية الجماعية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11675" y="3446934"/>
            <a:ext cx="960199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الروح الجماعية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إعلاء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مصلحة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الفريق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والشركة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فوق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المصالح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الفردية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2619" y="3446934"/>
            <a:ext cx="833562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الثقة المتبادلة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بناء روابط صلبة من الثقة بين الإدارة والعاملين.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3235" y="3446934"/>
            <a:ext cx="93615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الولاء التنظيمي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ar-SA" sz="1350" b="0" i="0" u="none" dirty="0">
                <a:solidFill>
                  <a:srgbClr val="334155"/>
                </a:solidFill>
                <a:latin typeface="Tajawal"/>
              </a:rPr>
              <a:t>الانتماء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الشديد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للمؤسسة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واعتبارها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أسرة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ثانية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pic>
        <p:nvPicPr>
          <p:cNvPr id="18" name="Picture 4" descr="image.png">
            <a:extLst>
              <a:ext uri="{FF2B5EF4-FFF2-40B4-BE49-F238E27FC236}">
                <a16:creationId xmlns:a16="http://schemas.microsoft.com/office/drawing/2014/main" id="{9121F488-7B58-FFFF-67EA-772E99F86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967" y="764728"/>
            <a:ext cx="281295" cy="2411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33500"/>
            <a:ext cx="10972800" cy="5067300"/>
          </a:xfrm>
          <a:prstGeom prst="roundRect">
            <a:avLst>
              <a:gd name="adj" fmla="val 22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25250" y="1333500"/>
            <a:ext cx="57150" cy="50673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19999" y="723900"/>
            <a:ext cx="2561599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ar-SA" sz="2400" b="1" dirty="0">
                <a:solidFill>
                  <a:srgbClr val="0F172A"/>
                </a:solidFill>
                <a:latin typeface="Cairo"/>
              </a:rPr>
              <a:t>مبدأ التوظيف مدى الحياة 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638300"/>
            <a:ext cx="10921365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Cairo"/>
              </a:rPr>
              <a:t>الاستقرار النفسي والاجتماعي للعاملين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7900"/>
            <a:ext cx="10401300" cy="268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334155"/>
                </a:solidFill>
                <a:latin typeface="Tajawal"/>
              </a:rPr>
              <a:t>تتعهد المؤسسة بالاحتفاظ بالموظف حتى سن التقاعد، مما يلغي الخوف من الفصل الوظيفي، ويدفع الموظف لتقديم أقصى درجات الإخلاص والابتكار والتطوير المستمر للشركة.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780033"/>
            <a:ext cx="331684" cy="2551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950" y="3448050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725" y="3448050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344805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49706" y="723900"/>
            <a:ext cx="3302186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اتخاذ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القرارات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الجماعية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والإجماع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49960" y="3446934"/>
            <a:ext cx="1083630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المشورة العريضة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إشراك جميع المستويات التنظيمية المتأثرة بالقرار.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0400" y="3446934"/>
            <a:ext cx="1561319" cy="236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Ringi</a:t>
            </a:r>
            <a:r>
              <a:rPr lang="ar-SA" sz="1500" b="1" dirty="0">
                <a:solidFill>
                  <a:srgbClr val="0F172A"/>
                </a:solidFill>
                <a:latin typeface="Tajawal"/>
              </a:rPr>
              <a:t>نظام </a:t>
            </a:r>
            <a:r>
              <a:rPr lang="ar-SA" sz="1500" b="1" dirty="0" err="1">
                <a:solidFill>
                  <a:srgbClr val="0F172A"/>
                </a:solidFill>
                <a:latin typeface="Tajawal"/>
              </a:rPr>
              <a:t>الرينجي</a:t>
            </a:r>
            <a:r>
              <a:rPr lang="ar-SA" sz="1500" b="1" dirty="0">
                <a:solidFill>
                  <a:srgbClr val="0F172A"/>
                </a:solidFill>
                <a:latin typeface="Tajawal"/>
              </a:rPr>
              <a:t> 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01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تداول وثيقة القرار من أسفل الهيكل الإداري لأعلاه.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4849" y="3446934"/>
            <a:ext cx="80150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سرعة التنفيذ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بطء في اتخاذ القرار لكن تنفيذ فائق السرعة وبلا مقاومة.</a:t>
            </a:r>
          </a:p>
        </p:txBody>
      </p:sp>
      <p:pic>
        <p:nvPicPr>
          <p:cNvPr id="18" name="Picture 4" descr="image.png">
            <a:extLst>
              <a:ext uri="{FF2B5EF4-FFF2-40B4-BE49-F238E27FC236}">
                <a16:creationId xmlns:a16="http://schemas.microsoft.com/office/drawing/2014/main" id="{91CB9C7F-1A99-673A-7956-2822EC56E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780033"/>
            <a:ext cx="331684" cy="2551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082" y="723900"/>
            <a:ext cx="268566" cy="25990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082" y="3163200"/>
            <a:ext cx="13335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082" y="3506100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082" y="3849000"/>
            <a:ext cx="1333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77623" y="723900"/>
            <a:ext cx="4246354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الاهتمام الشامل بجميع جوانب حياة الموظف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8792" y="3163200"/>
            <a:ext cx="4852290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ar-SA" sz="1350" b="1" dirty="0">
                <a:solidFill>
                  <a:srgbClr val="334155"/>
                </a:solidFill>
                <a:latin typeface="Tajawal"/>
              </a:rPr>
              <a:t>الرعاية الاجتماعية والأسرية: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 ت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قديم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دعم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سكني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وصحي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وترفيهي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شامل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للموظف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وأسرته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236" y="3506735"/>
            <a:ext cx="4581383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ar-SA" sz="1350" b="1" dirty="0">
                <a:solidFill>
                  <a:srgbClr val="334155"/>
                </a:solidFill>
                <a:latin typeface="Tajawal"/>
              </a:rPr>
              <a:t>تلاشي الحواجز: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تقليل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الفوارق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الشاسعة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المديرين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والعمال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امتيازات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بيئة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2141" y="3849000"/>
            <a:ext cx="4746492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ar-SA" sz="1350" b="1" dirty="0">
                <a:solidFill>
                  <a:srgbClr val="334155"/>
                </a:solidFill>
                <a:latin typeface="Tajawal"/>
              </a:rPr>
              <a:t>المسؤولية الجماعية:</a:t>
            </a:r>
            <a:r>
              <a:rPr lang="ar-SA" sz="1350" dirty="0">
                <a:solidFill>
                  <a:srgbClr val="334155"/>
                </a:solidFill>
                <a:latin typeface="Tajawal"/>
              </a:rPr>
              <a:t> ت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قاسم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المسؤولية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عند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النجاح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أو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الخطأ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دون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إلغاء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المحاسبة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الفردية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pic>
        <p:nvPicPr>
          <p:cNvPr id="12" name="Picture 1" descr="image.png">
            <a:extLst>
              <a:ext uri="{FF2B5EF4-FFF2-40B4-BE49-F238E27FC236}">
                <a16:creationId xmlns:a16="http://schemas.microsoft.com/office/drawing/2014/main" id="{64B9E86C-00C7-B141-A3F4-5E2A10009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952" y="723900"/>
            <a:ext cx="268566" cy="2599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602" y="763278"/>
            <a:ext cx="221298" cy="28865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950" y="3448050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725" y="3448050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344805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84172" y="723900"/>
            <a:ext cx="3233256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التقييم البطيء والترقية التدريجية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2709" y="3446934"/>
            <a:ext cx="1138132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النظرة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بعيدة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المدى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493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عدم التسرع في الحُكم على أداء الموظف الجديد في السنوات الأولى.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1934" y="3446934"/>
            <a:ext cx="177773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الترقية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على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الأقدمية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والإنجاز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0100" y="3771900"/>
            <a:ext cx="3067050" cy="493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ترقية هادئة تضمن النضج المهني وتفادي الصراعات الداخلية.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7934" y="3461058"/>
            <a:ext cx="195726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المسار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الوظيفي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غير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المتخصص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6300" y="3771900"/>
            <a:ext cx="3067050" cy="493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تدوير الموظف في عدة إدارات لإكسابه خبرة شاملة بالنظام.</a:t>
            </a:r>
          </a:p>
        </p:txBody>
      </p:sp>
      <p:pic>
        <p:nvPicPr>
          <p:cNvPr id="18" name="Picture 4" descr="image.png">
            <a:extLst>
              <a:ext uri="{FF2B5EF4-FFF2-40B4-BE49-F238E27FC236}">
                <a16:creationId xmlns:a16="http://schemas.microsoft.com/office/drawing/2014/main" id="{29B4CE28-43E5-372F-4EA5-D24E9F121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451" y="723900"/>
            <a:ext cx="221298" cy="2886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83599" y="3009900"/>
            <a:ext cx="34988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199" y="3009900"/>
            <a:ext cx="34988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748" y="3000375"/>
            <a:ext cx="3517850" cy="1733550"/>
          </a:xfrm>
          <a:prstGeom prst="roundRect">
            <a:avLst>
              <a:gd name="adj" fmla="val 6593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825" y="3252787"/>
            <a:ext cx="142875" cy="161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424" y="3252787"/>
            <a:ext cx="142875" cy="161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449" y="3252787"/>
            <a:ext cx="161925" cy="1619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17794" y="723900"/>
            <a:ext cx="5041450" cy="367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400" b="1" dirty="0">
                <a:solidFill>
                  <a:srgbClr val="0F172A"/>
                </a:solidFill>
                <a:latin typeface="Cairo"/>
              </a:rPr>
              <a:t>Z</a:t>
            </a:r>
            <a:r>
              <a:rPr lang="ar-SA" sz="2400" b="1" dirty="0">
                <a:solidFill>
                  <a:srgbClr val="0F172A"/>
                </a:solidFill>
                <a:latin typeface="Cairo"/>
              </a:rPr>
              <a:t>م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قارنة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النموذج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الأمريكي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والياباني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ونموذج</a:t>
            </a:r>
            <a:r>
              <a:rPr lang="ar-SA" sz="2400" b="1" i="0" u="none" dirty="0">
                <a:solidFill>
                  <a:srgbClr val="0F172A"/>
                </a:solidFill>
                <a:latin typeface="Cairo"/>
              </a:rPr>
              <a:t> 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97111" y="3235646"/>
            <a:ext cx="1051250" cy="1962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Tajawal"/>
              </a:rPr>
              <a:t>الأمريكي (Type 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5177" y="3524250"/>
            <a:ext cx="95699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E293B"/>
                </a:solidFill>
                <a:latin typeface="Tajawal"/>
              </a:rPr>
              <a:t>توظيف قصير الأجل.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1552" y="3790950"/>
            <a:ext cx="98424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E293B"/>
                </a:solidFill>
                <a:latin typeface="Tajawal"/>
              </a:rPr>
              <a:t>قرارات فردية سريعة.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5941" y="4057650"/>
            <a:ext cx="99546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E293B"/>
                </a:solidFill>
                <a:latin typeface="Tajawal"/>
              </a:rPr>
              <a:t>مسؤولية فردية محددة.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489" y="4324350"/>
            <a:ext cx="83837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E293B"/>
                </a:solidFill>
                <a:latin typeface="Tajawal"/>
              </a:rPr>
              <a:t>ترقية وتقييم سريع.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8221" y="3235646"/>
            <a:ext cx="934230" cy="1962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Tajawal"/>
              </a:rPr>
              <a:t>الياباني (Type J)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9455" y="3524250"/>
            <a:ext cx="87363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E293B"/>
                </a:solidFill>
                <a:latin typeface="Tajawal"/>
              </a:rPr>
              <a:t>توظيف مدى الحياة.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519" y="3790950"/>
            <a:ext cx="101951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E293B"/>
                </a:solidFill>
                <a:latin typeface="Tajawal"/>
              </a:rPr>
              <a:t>قرارات جماعية بطيئة.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5987" y="4057650"/>
            <a:ext cx="116057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E293B"/>
                </a:solidFill>
                <a:latin typeface="Tajawal"/>
              </a:rPr>
              <a:t>مسؤولية جماعية مشتركة.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6099" y="4324350"/>
            <a:ext cx="1040349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E293B"/>
                </a:solidFill>
                <a:latin typeface="Tajawal"/>
              </a:rPr>
              <a:t>ترقية وتقييم بطيء جداً.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8078" y="3235646"/>
            <a:ext cx="1299715" cy="1962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75" b="1" i="0" u="none">
                <a:solidFill>
                  <a:srgbClr val="166534"/>
                </a:solidFill>
                <a:latin typeface="Tajawal"/>
              </a:rPr>
              <a:t>نموذج أوتشي (Type 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9443" y="3524250"/>
            <a:ext cx="117981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E293B"/>
                </a:solidFill>
                <a:latin typeface="Tajawal"/>
              </a:rPr>
              <a:t>توظيف طويل الأجل مرن.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5323" y="3790950"/>
            <a:ext cx="130805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E293B"/>
                </a:solidFill>
                <a:latin typeface="Tajawal"/>
              </a:rPr>
              <a:t>قرارات بالإجماع والمشاركة.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68491" y="4057650"/>
            <a:ext cx="134171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E293B"/>
                </a:solidFill>
                <a:latin typeface="Tajawal"/>
              </a:rPr>
              <a:t>مسؤولية فردية بإطار جماعي.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1885" y="4324350"/>
            <a:ext cx="113492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E293B"/>
                </a:solidFill>
                <a:latin typeface="Tajawal"/>
              </a:rPr>
              <a:t>تقييم متزن واهتمام شامل.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950" y="3448050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344805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0" y="344805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63571" y="723900"/>
            <a:ext cx="3874458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أثر النظرية اليابانية على الإدارة العالمية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5997" y="3448050"/>
            <a:ext cx="1309653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تطبيق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شركات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عالمية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/>
            <a:r>
              <a:rPr lang="ar-SA" sz="1400" dirty="0"/>
              <a:t>تبني شركات مثل </a:t>
            </a:r>
            <a:r>
              <a:rPr lang="en-US" sz="1400" dirty="0"/>
              <a:t>HP</a:t>
            </a:r>
            <a:r>
              <a:rPr lang="ar-SA" sz="1400" dirty="0"/>
              <a:t> و </a:t>
            </a:r>
            <a:r>
              <a:rPr lang="en-US" sz="1400" dirty="0"/>
              <a:t>IBM</a:t>
            </a:r>
            <a:r>
              <a:rPr lang="ar-SA" sz="1400" dirty="0"/>
              <a:t> لمبادئ الاهتمام بالعاملين وفرق العمل.</a:t>
            </a:r>
            <a:endParaRPr lang="en-US" sz="1400" dirty="0"/>
          </a:p>
          <a:p>
            <a:pPr algn="ctr" rtl="1"/>
            <a:r>
              <a:rPr lang="en-US" sz="1400" dirty="0"/>
              <a:t>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6326" y="3446934"/>
            <a:ext cx="1146148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فرق العمل التلقائية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771900"/>
            <a:ext cx="3067050" cy="493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انتشار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حلقات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الجودة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(Quality Circles)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وفرق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المبادرة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الذاتية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6002" y="3446934"/>
            <a:ext cx="127919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جودة الحياة الوظيفية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إعطاء الأولوية لصحة البيئة النفسية والاجتماعية للعمل.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17343" y="2609850"/>
            <a:ext cx="1357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284C7"/>
                </a:solidFill>
                <a:latin typeface="Tajawal"/>
              </a:rPr>
              <a:t>المحور السادس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33067" y="2857500"/>
            <a:ext cx="6925865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0F172A"/>
                </a:solidFill>
                <a:latin typeface="Cairo"/>
              </a:rPr>
              <a:t>التكامل والرؤية المستقبلية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8812" y="3790950"/>
            <a:ext cx="8334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Tajawal"/>
              </a:rPr>
              <a:t>دمج النظريات الأربع في نموذج إداري معاصر وتطبيقاتها العملية في القيادة التربوية والإدارية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819400"/>
          <a:ext cx="10972798" cy="2076450"/>
        </p:xfrm>
        <a:graphic>
          <a:graphicData uri="http://schemas.openxmlformats.org/drawingml/2006/table">
            <a:tbl>
              <a:tblPr/>
              <a:tblGrid>
                <a:gridCol w="1972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0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290"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FFFFFF"/>
                          </a:solidFill>
                          <a:latin typeface="Tajawal"/>
                        </a:rPr>
                        <a:t>النظرية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FFFFFF"/>
                          </a:solidFill>
                          <a:latin typeface="Tajawal"/>
                        </a:rPr>
                        <a:t>التركيز الأساسي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FFFFFF"/>
                          </a:solidFill>
                          <a:latin typeface="Tajawal"/>
                        </a:rPr>
                        <a:t>الهدف الرئيسي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FFFFFF"/>
                          </a:solidFill>
                          <a:latin typeface="Tajawal"/>
                        </a:rPr>
                        <a:t>أبرز الرواد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1E293B"/>
                          </a:solidFill>
                          <a:latin typeface="Tajawal"/>
                        </a:rPr>
                        <a:t>نظرية النظم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1E293B"/>
                          </a:solidFill>
                          <a:latin typeface="Tajawal"/>
                        </a:rPr>
                        <a:t>المنظمة كنظام مفتوح متكامل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1E293B"/>
                          </a:solidFill>
                          <a:latin typeface="Tajawal"/>
                        </a:rPr>
                        <a:t>التكيف والاتزان البيئي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1E293B"/>
                          </a:solidFill>
                          <a:latin typeface="Tajawal"/>
                        </a:rPr>
                        <a:t>بيرتالانفي / بارنارد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1E293B"/>
                          </a:solidFill>
                          <a:latin typeface="Tajawal"/>
                        </a:rPr>
                        <a:t>الإدارة بالأهداف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1E293B"/>
                          </a:solidFill>
                          <a:latin typeface="Tajawal"/>
                        </a:rPr>
                        <a:t>المشاركة وتحديد النتائج SMART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1E293B"/>
                          </a:solidFill>
                          <a:latin typeface="Tajawal"/>
                        </a:rPr>
                        <a:t>تحقيق الأهداف والرقابة الذاتية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1E293B"/>
                          </a:solidFill>
                          <a:latin typeface="Tajawal"/>
                        </a:rPr>
                        <a:t>بيتر دراكر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1E293B"/>
                          </a:solidFill>
                          <a:latin typeface="Tajawal"/>
                        </a:rPr>
                        <a:t>الهندرة (BPR)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1E293B"/>
                          </a:solidFill>
                          <a:latin typeface="Tajawal"/>
                        </a:rPr>
                        <a:t>التصميم الجذري للعمليات والتقنية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1E293B"/>
                          </a:solidFill>
                          <a:latin typeface="Tajawal"/>
                        </a:rPr>
                        <a:t>قفزات أداء فائقة وهائلة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1E293B"/>
                          </a:solidFill>
                          <a:latin typeface="Tajawal"/>
                        </a:rPr>
                        <a:t>مايكل هامر / شامبي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1E293B"/>
                          </a:solidFill>
                          <a:latin typeface="Tajawal"/>
                        </a:rPr>
                        <a:t>النظرية اليابانية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1E293B"/>
                          </a:solidFill>
                          <a:latin typeface="Tajawal"/>
                        </a:rPr>
                        <a:t>العنصر البشري والعمل الجماعي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1E293B"/>
                          </a:solidFill>
                          <a:latin typeface="Tajawal"/>
                        </a:rPr>
                        <a:t>الأمان الوظيفي والولاء الكلي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1E293B"/>
                          </a:solidFill>
                          <a:latin typeface="Tajawal"/>
                        </a:rPr>
                        <a:t>ويليام أوتشي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Tajawal"/>
              </a:rPr>
              <a:t>مصفوفة مقارنة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جدول مقارنة شامل لنظريات المدرسة الحديثة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33500"/>
            <a:ext cx="10972800" cy="5067300"/>
          </a:xfrm>
          <a:prstGeom prst="roundRect">
            <a:avLst>
              <a:gd name="adj" fmla="val 22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61405" y="723900"/>
            <a:ext cx="4478790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التكامل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بين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النظريات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في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المؤسسات</a:t>
            </a:r>
            <a:r>
              <a:rPr sz="24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Cairo"/>
              </a:rPr>
              <a:t>المعاصرة</a:t>
            </a:r>
            <a:endParaRPr sz="2400" b="1" i="0" u="none" dirty="0">
              <a:solidFill>
                <a:srgbClr val="0F172A"/>
              </a:solidFill>
              <a:latin typeface="Cair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6300" y="1600200"/>
            <a:ext cx="105346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/>
            <a:r>
              <a:rPr lang="ar-SA" sz="1600" dirty="0"/>
              <a:t>تعتمد المؤسسة الحديثة الناجحة على </a:t>
            </a:r>
            <a:r>
              <a:rPr lang="ar-SA" sz="1600" b="1" dirty="0"/>
              <a:t>نظرية النظم</a:t>
            </a:r>
            <a:r>
              <a:rPr lang="ar-SA" sz="1600" dirty="0"/>
              <a:t> لفهم البيئة، وتطبق </a:t>
            </a:r>
            <a:r>
              <a:rPr lang="ar-SA" sz="1600" b="1" dirty="0" err="1"/>
              <a:t>الهندرة</a:t>
            </a:r>
            <a:r>
              <a:rPr lang="ar-SA" sz="1600" dirty="0"/>
              <a:t> لإعادة بناء عملياتها بسرعة وتكنولوجيا عالية، وتصوغ </a:t>
            </a:r>
            <a:r>
              <a:rPr lang="ar-SA" sz="1600" b="1" dirty="0"/>
              <a:t>أهدافها المحددة (</a:t>
            </a:r>
            <a:r>
              <a:rPr lang="en-US" sz="1600" b="1" dirty="0"/>
              <a:t>MBO</a:t>
            </a:r>
            <a:r>
              <a:rPr lang="ar-SA" sz="1600" b="1" dirty="0"/>
              <a:t>)</a:t>
            </a:r>
            <a:r>
              <a:rPr lang="ar-SA" sz="1600" dirty="0"/>
              <a:t> بمشاركة من العاملين، وتضمن الولاء والاستقرار المستدام من خلال استلهام قيم </a:t>
            </a:r>
            <a:r>
              <a:rPr lang="ar-SA" sz="1600" b="1" dirty="0"/>
              <a:t>النظرية اليابانية</a:t>
            </a:r>
            <a:r>
              <a:rPr lang="ar-SA" sz="1600" dirty="0"/>
              <a:t>.</a:t>
            </a:r>
            <a:endParaRPr lang="en-US" sz="1600" dirty="0"/>
          </a:p>
          <a:p>
            <a:pPr algn="ctr" rtl="1"/>
            <a:r>
              <a:rPr lang="en-US" sz="1600" dirty="0"/>
              <a:t>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772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1945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525" y="3448050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344805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350" y="3448050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2994" y="723900"/>
            <a:ext cx="3635611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التطبيقات في القيادة والإدارة التربوية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18227" y="3446934"/>
            <a:ext cx="91852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النظم المدرسية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771900"/>
            <a:ext cx="3067050" cy="493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اعتبار المدرسة نظاماً متكاملاً يتفاعل مع الأسرة والمجتمع.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297" y="3446934"/>
            <a:ext cx="750205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ajawal"/>
              </a:rPr>
              <a:t>أهداف التعلم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تطوير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نواتج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التعلم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وربط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تقييم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المعلمين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بالنتائج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الفعلية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0606" y="3448050"/>
            <a:ext cx="119744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بيئة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مدرسية</a:t>
            </a:r>
            <a:r>
              <a:rPr sz="1500" b="1" i="0" u="none" dirty="0">
                <a:solidFill>
                  <a:srgbClr val="0F172A"/>
                </a:solidFill>
                <a:latin typeface="Tajawal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Tajawal"/>
              </a:rPr>
              <a:t>محفزة</a:t>
            </a:r>
            <a:endParaRPr sz="1500" b="1" i="0" u="none" dirty="0">
              <a:solidFill>
                <a:srgbClr val="0F172A"/>
              </a:solidFill>
              <a:latin typeface="Tajaw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6300" y="3771900"/>
            <a:ext cx="306705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توفير الأمان الوظيفي وروح الفريق بين الهيئة التعليمية.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7349" y="769680"/>
            <a:ext cx="248261" cy="27584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381375"/>
            <a:ext cx="1524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724275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067175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0727" y="723900"/>
            <a:ext cx="2640146" cy="3674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Cairo"/>
              </a:rPr>
              <a:t>خلاصة واستنتاجات ختامية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0465" y="3349853"/>
            <a:ext cx="521456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334155"/>
                </a:solidFill>
                <a:latin typeface="Tajawal"/>
              </a:rPr>
              <a:t>لا توجد نظرية واحدة صالحة لكل زمان ومكان، بل ينبغي الدمج المرن والموقفي بين النظريات.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6458" y="3692753"/>
            <a:ext cx="522258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334155"/>
                </a:solidFill>
                <a:latin typeface="Tajawal"/>
              </a:rPr>
              <a:t>المورد البشري والتكنولوجيا هما جناحي النجاح لأي مؤسسة حديثة في القرن الحادي والعشرين.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2863" y="4035653"/>
            <a:ext cx="478977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334155"/>
                </a:solidFill>
                <a:latin typeface="Tajawal"/>
              </a:rPr>
              <a:t>التحول من الإدارة الروتينية الحافظة للوضع الراهن إلى القيادة المبدعة وصانعة التغيير.</a:t>
            </a:r>
          </a:p>
        </p:txBody>
      </p:sp>
      <p:pic>
        <p:nvPicPr>
          <p:cNvPr id="12" name="Picture 1" descr="image.png">
            <a:extLst>
              <a:ext uri="{FF2B5EF4-FFF2-40B4-BE49-F238E27FC236}">
                <a16:creationId xmlns:a16="http://schemas.microsoft.com/office/drawing/2014/main" id="{63D17DD0-EAA4-F925-89C1-9CD522905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769679"/>
            <a:ext cx="248261" cy="275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324350"/>
            <a:ext cx="10972800" cy="990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32435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3812" y="457200"/>
            <a:ext cx="128587" cy="142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128587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Tajawal"/>
              </a:rPr>
              <a:t>المصادر المعتمدة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239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FFFFF"/>
                </a:solidFill>
                <a:latin typeface="Cairo"/>
              </a:rPr>
              <a:t>المراجع والمصادر العلمية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19350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Tajawal"/>
              </a:rPr>
              <a:t>1. </a:t>
            </a:r>
            <a:r>
              <a:rPr sz="1200" b="1" i="0" u="none">
                <a:solidFill>
                  <a:srgbClr val="94A3B8"/>
                </a:solidFill>
                <a:latin typeface="Tajawal"/>
              </a:rPr>
              <a:t>أ.د. راتب سلامة السعود (2013).</a:t>
            </a:r>
            <a:r>
              <a:rPr sz="1200" b="0" i="0" u="none">
                <a:solidFill>
                  <a:srgbClr val="94A3B8"/>
                </a:solidFill>
                <a:latin typeface="Tajawal"/>
              </a:rPr>
              <a:t> </a:t>
            </a:r>
            <a:r>
              <a:rPr sz="1200" b="0" i="1" u="none">
                <a:solidFill>
                  <a:srgbClr val="94A3B8"/>
                </a:solidFill>
                <a:latin typeface="Tajawal"/>
              </a:rPr>
              <a:t>القيادة التربوية: مفاهيم وآفاق</a:t>
            </a:r>
            <a:r>
              <a:rPr sz="1200" b="0" i="0" u="none">
                <a:solidFill>
                  <a:srgbClr val="94A3B8"/>
                </a:solidFill>
                <a:latin typeface="Tajawal"/>
              </a:rPr>
              <a:t>. عمان: دار صفاء للنشر والتوزيع (الطبعة الأولى).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81300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Tajawal"/>
              </a:rPr>
              <a:t>2. </a:t>
            </a:r>
            <a:r>
              <a:rPr sz="1200" b="1" i="0" u="none">
                <a:solidFill>
                  <a:srgbClr val="94A3B8"/>
                </a:solidFill>
                <a:latin typeface="Tajawal"/>
              </a:rPr>
              <a:t>Drucker, P. F. (1954).</a:t>
            </a:r>
            <a:r>
              <a:rPr sz="1200" b="0" i="0" u="none">
                <a:solidFill>
                  <a:srgbClr val="94A3B8"/>
                </a:solidFill>
                <a:latin typeface="Tajawal"/>
              </a:rPr>
              <a:t> </a:t>
            </a:r>
            <a:r>
              <a:rPr sz="1200" b="0" i="1" u="none">
                <a:solidFill>
                  <a:srgbClr val="94A3B8"/>
                </a:solidFill>
                <a:latin typeface="Tajawal"/>
              </a:rPr>
              <a:t>The Practice of Management</a:t>
            </a:r>
            <a:r>
              <a:rPr sz="1200" b="0" i="0" u="none">
                <a:solidFill>
                  <a:srgbClr val="94A3B8"/>
                </a:solidFill>
                <a:latin typeface="Tajawal"/>
              </a:rPr>
              <a:t>. Harper &amp; Row, New York.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143250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Tajawal"/>
              </a:rPr>
              <a:t>3. </a:t>
            </a:r>
            <a:r>
              <a:rPr sz="1200" b="1" i="0" u="none">
                <a:solidFill>
                  <a:srgbClr val="94A3B8"/>
                </a:solidFill>
                <a:latin typeface="Tajawal"/>
              </a:rPr>
              <a:t>Hammer, M., &amp; Champy, J. (1993).</a:t>
            </a:r>
            <a:r>
              <a:rPr sz="1200" b="0" i="0" u="none">
                <a:solidFill>
                  <a:srgbClr val="94A3B8"/>
                </a:solidFill>
                <a:latin typeface="Tajawal"/>
              </a:rPr>
              <a:t> </a:t>
            </a:r>
            <a:r>
              <a:rPr sz="1200" b="0" i="1" u="none">
                <a:solidFill>
                  <a:srgbClr val="94A3B8"/>
                </a:solidFill>
                <a:latin typeface="Tajawal"/>
              </a:rPr>
              <a:t>Reengineering the Corporation: A Manifesto for Business Revolution</a:t>
            </a:r>
            <a:r>
              <a:rPr sz="1200" b="0" i="0" u="none">
                <a:solidFill>
                  <a:srgbClr val="94A3B8"/>
                </a:solidFill>
                <a:latin typeface="Tajawal"/>
              </a:rPr>
              <a:t>. Harper Business.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505200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Tajawal"/>
              </a:rPr>
              <a:t>4. </a:t>
            </a:r>
            <a:r>
              <a:rPr sz="1200" b="1" i="0" u="none">
                <a:solidFill>
                  <a:srgbClr val="94A3B8"/>
                </a:solidFill>
                <a:latin typeface="Tajawal"/>
              </a:rPr>
              <a:t>Ouchi, W. G. (1981).</a:t>
            </a:r>
            <a:r>
              <a:rPr sz="1200" b="0" i="0" u="none">
                <a:solidFill>
                  <a:srgbClr val="94A3B8"/>
                </a:solidFill>
                <a:latin typeface="Tajawal"/>
              </a:rPr>
              <a:t> </a:t>
            </a:r>
            <a:r>
              <a:rPr sz="1200" b="0" i="1" u="none">
                <a:solidFill>
                  <a:srgbClr val="94A3B8"/>
                </a:solidFill>
                <a:latin typeface="Tajawal"/>
              </a:rPr>
              <a:t>Theory Z: How American Business Can Meet the Japanese Challenge</a:t>
            </a:r>
            <a:r>
              <a:rPr sz="1200" b="0" i="0" u="none">
                <a:solidFill>
                  <a:srgbClr val="94A3B8"/>
                </a:solidFill>
                <a:latin typeface="Tajawal"/>
              </a:rPr>
              <a:t>. Addison-Wesley.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867150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Tajawal"/>
              </a:rPr>
              <a:t>5. </a:t>
            </a:r>
            <a:r>
              <a:rPr sz="1200" b="1" i="0" u="none">
                <a:solidFill>
                  <a:srgbClr val="94A3B8"/>
                </a:solidFill>
                <a:latin typeface="Tajawal"/>
              </a:rPr>
              <a:t>Von Bertalanffy, L. (1968).</a:t>
            </a:r>
            <a:r>
              <a:rPr sz="1200" b="0" i="0" u="none">
                <a:solidFill>
                  <a:srgbClr val="94A3B8"/>
                </a:solidFill>
                <a:latin typeface="Tajawal"/>
              </a:rPr>
              <a:t> </a:t>
            </a:r>
            <a:r>
              <a:rPr sz="1200" b="0" i="1" u="none">
                <a:solidFill>
                  <a:srgbClr val="94A3B8"/>
                </a:solidFill>
                <a:latin typeface="Tajawal"/>
              </a:rPr>
              <a:t>General System Theory: Foundations, Development, Applications</a:t>
            </a:r>
            <a:r>
              <a:rPr sz="1200" b="0" i="0" u="none">
                <a:solidFill>
                  <a:srgbClr val="94A3B8"/>
                </a:solidFill>
                <a:latin typeface="Tajawal"/>
              </a:rPr>
              <a:t>. George Braziller, New York.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429125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Tajawal"/>
              </a:rPr>
              <a:t>مراجع حديثة مع روابطها الرقمية: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714875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Tajawal"/>
              </a:rPr>
              <a:t>• Foundit Modern Management Theories Guide (2025): </a:t>
            </a:r>
            <a:r>
              <a:rPr sz="1050" b="0" i="0" u="none">
                <a:solidFill>
                  <a:srgbClr val="38BDF8"/>
                </a:solidFill>
                <a:latin typeface="Tajawal"/>
              </a:rPr>
              <a:t>https://www.foundit.sg/career-advice/modern-theory-of-management/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9149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Tajawal"/>
              </a:rPr>
              <a:t>• Study.com Modern Theory of Management Frameworks: </a:t>
            </a:r>
            <a:r>
              <a:rPr sz="1050" b="0" i="0" u="none">
                <a:solidFill>
                  <a:srgbClr val="38BDF8"/>
                </a:solidFill>
                <a:latin typeface="Tajawal"/>
              </a:rPr>
              <a:t>https://study.com/academy/lesson/modern-theory-of-management.html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114925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Tajawal"/>
              </a:rPr>
              <a:t>• Think Insights Systems Theory of Management: </a:t>
            </a:r>
            <a:r>
              <a:rPr sz="1050" b="0" i="0" u="none">
                <a:solidFill>
                  <a:srgbClr val="38BDF8"/>
                </a:solidFill>
                <a:latin typeface="Tajawal"/>
              </a:rPr>
              <a:t>https://thinkinsights.net/strategy/systems-theory-management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TM16401375[[fn=ماديسون]]</Template>
  <TotalTime>324</TotalTime>
  <Words>2132</Words>
  <Application>Microsoft Office PowerPoint</Application>
  <PresentationFormat>شاشة عريضة</PresentationFormat>
  <Paragraphs>367</Paragraphs>
  <Slides>50</Slides>
  <Notes>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50</vt:i4>
      </vt:variant>
    </vt:vector>
  </HeadingPairs>
  <TitlesOfParts>
    <vt:vector size="57" baseType="lpstr">
      <vt:lpstr>Calibri</vt:lpstr>
      <vt:lpstr>Tajawal</vt:lpstr>
      <vt:lpstr>Sylfaen</vt:lpstr>
      <vt:lpstr>Traditional Arabic</vt:lpstr>
      <vt:lpstr>Cairo</vt:lpstr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Bushra Alharbi</cp:lastModifiedBy>
  <cp:revision>1</cp:revision>
  <dcterms:created xsi:type="dcterms:W3CDTF">2013-01-27T09:14:16Z</dcterms:created>
  <dcterms:modified xsi:type="dcterms:W3CDTF">2026-09-29T12:18:10Z</dcterms:modified>
  <cp:category/>
</cp:coreProperties>
</file>